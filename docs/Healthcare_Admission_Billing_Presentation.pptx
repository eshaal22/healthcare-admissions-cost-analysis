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33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1F2A33"/>
                </a:solidFill>
                <a:latin typeface="Calibri"/>
              </a:rPr>
              <a:t>Average Billing Amount by Admission Type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Billing Amount ($)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F2A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Urgent</c:v>
                </c:pt>
                <c:pt idx="1">
                  <c:v>Elective</c:v>
                </c:pt>
                <c:pt idx="2">
                  <c:v>Emergency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29626</c:v>
                </c:pt>
                <c:pt idx="1">
                  <c:v>25988</c:v>
                </c:pt>
                <c:pt idx="2">
                  <c:v>27119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F2-4655-8316-61FC25D768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B4A5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8DE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3B4A52"/>
                    </a:solidFill>
                    <a:latin typeface="Calibri"/>
                  </a:defRPr>
                </a:pPr>
                <a:r>
                  <a:rPr lang="en-US" sz="1100" b="0" i="0" u="none" strike="noStrike">
                    <a:solidFill>
                      <a:srgbClr val="3B4A52"/>
                    </a:solidFill>
                    <a:latin typeface="Calibri"/>
                  </a:rPr>
                  <a:t>Average Billing ($)</a:t>
                </a:r>
              </a:p>
            </c:rich>
          </c:tx>
          <c:overlay val="0"/>
        </c:title>
        <c:numFmt formatCode="\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A5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33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1F2A33"/>
                </a:solidFill>
                <a:latin typeface="Calibri"/>
              </a:rPr>
              <a:t>Length of Stay vs. Billing Amount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Admissions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0E7C86"/>
              </a:solidFill>
              <a:ln w="9525" cap="flat">
                <a:solidFill>
                  <a:srgbClr val="0E7C86"/>
                </a:solidFill>
                <a:prstDash val="solid"/>
                <a:round/>
              </a:ln>
              <a:effectLst/>
            </c:spPr>
          </c:marker>
          <c:xVal>
            <c:numRef>
              <c:f>Sheet1!$A$2:$A$832</c:f>
              <c:numCache>
                <c:formatCode>General</c:formatCode>
                <c:ptCount val="831"/>
                <c:pt idx="0">
                  <c:v>3</c:v>
                </c:pt>
                <c:pt idx="1">
                  <c:v>14</c:v>
                </c:pt>
                <c:pt idx="2">
                  <c:v>2</c:v>
                </c:pt>
                <c:pt idx="3">
                  <c:v>19</c:v>
                </c:pt>
                <c:pt idx="4">
                  <c:v>13</c:v>
                </c:pt>
                <c:pt idx="5">
                  <c:v>7</c:v>
                </c:pt>
                <c:pt idx="6">
                  <c:v>18</c:v>
                </c:pt>
                <c:pt idx="7">
                  <c:v>4</c:v>
                </c:pt>
                <c:pt idx="8">
                  <c:v>9</c:v>
                </c:pt>
                <c:pt idx="9">
                  <c:v>1</c:v>
                </c:pt>
                <c:pt idx="10">
                  <c:v>16</c:v>
                </c:pt>
                <c:pt idx="11">
                  <c:v>18</c:v>
                </c:pt>
                <c:pt idx="12">
                  <c:v>3</c:v>
                </c:pt>
                <c:pt idx="13">
                  <c:v>3</c:v>
                </c:pt>
                <c:pt idx="14">
                  <c:v>4</c:v>
                </c:pt>
                <c:pt idx="15">
                  <c:v>9</c:v>
                </c:pt>
                <c:pt idx="16">
                  <c:v>18</c:v>
                </c:pt>
                <c:pt idx="17">
                  <c:v>11</c:v>
                </c:pt>
                <c:pt idx="18">
                  <c:v>8</c:v>
                </c:pt>
                <c:pt idx="19">
                  <c:v>11</c:v>
                </c:pt>
                <c:pt idx="20">
                  <c:v>3</c:v>
                </c:pt>
                <c:pt idx="21">
                  <c:v>10</c:v>
                </c:pt>
                <c:pt idx="22">
                  <c:v>5</c:v>
                </c:pt>
                <c:pt idx="23">
                  <c:v>14</c:v>
                </c:pt>
                <c:pt idx="24">
                  <c:v>18</c:v>
                </c:pt>
                <c:pt idx="25">
                  <c:v>5</c:v>
                </c:pt>
                <c:pt idx="26">
                  <c:v>8</c:v>
                </c:pt>
                <c:pt idx="27">
                  <c:v>20</c:v>
                </c:pt>
                <c:pt idx="28">
                  <c:v>1</c:v>
                </c:pt>
                <c:pt idx="29">
                  <c:v>6</c:v>
                </c:pt>
                <c:pt idx="30">
                  <c:v>11</c:v>
                </c:pt>
                <c:pt idx="31">
                  <c:v>15</c:v>
                </c:pt>
                <c:pt idx="32">
                  <c:v>14</c:v>
                </c:pt>
                <c:pt idx="33">
                  <c:v>18</c:v>
                </c:pt>
                <c:pt idx="34">
                  <c:v>9</c:v>
                </c:pt>
                <c:pt idx="35">
                  <c:v>11</c:v>
                </c:pt>
                <c:pt idx="36">
                  <c:v>1</c:v>
                </c:pt>
                <c:pt idx="37">
                  <c:v>1</c:v>
                </c:pt>
                <c:pt idx="38">
                  <c:v>11</c:v>
                </c:pt>
                <c:pt idx="39">
                  <c:v>4</c:v>
                </c:pt>
                <c:pt idx="40">
                  <c:v>6</c:v>
                </c:pt>
                <c:pt idx="41">
                  <c:v>8</c:v>
                </c:pt>
                <c:pt idx="42">
                  <c:v>11</c:v>
                </c:pt>
                <c:pt idx="43">
                  <c:v>17</c:v>
                </c:pt>
                <c:pt idx="44">
                  <c:v>9</c:v>
                </c:pt>
                <c:pt idx="45">
                  <c:v>12</c:v>
                </c:pt>
                <c:pt idx="46">
                  <c:v>18</c:v>
                </c:pt>
                <c:pt idx="47">
                  <c:v>9</c:v>
                </c:pt>
                <c:pt idx="48">
                  <c:v>19</c:v>
                </c:pt>
                <c:pt idx="49">
                  <c:v>18</c:v>
                </c:pt>
                <c:pt idx="50">
                  <c:v>2</c:v>
                </c:pt>
                <c:pt idx="51">
                  <c:v>8</c:v>
                </c:pt>
                <c:pt idx="52">
                  <c:v>4</c:v>
                </c:pt>
                <c:pt idx="53">
                  <c:v>3</c:v>
                </c:pt>
                <c:pt idx="54">
                  <c:v>16</c:v>
                </c:pt>
                <c:pt idx="55">
                  <c:v>19</c:v>
                </c:pt>
                <c:pt idx="56">
                  <c:v>14</c:v>
                </c:pt>
                <c:pt idx="57">
                  <c:v>17</c:v>
                </c:pt>
                <c:pt idx="58">
                  <c:v>2</c:v>
                </c:pt>
                <c:pt idx="59">
                  <c:v>6</c:v>
                </c:pt>
                <c:pt idx="60">
                  <c:v>10</c:v>
                </c:pt>
                <c:pt idx="61">
                  <c:v>17</c:v>
                </c:pt>
                <c:pt idx="62">
                  <c:v>13</c:v>
                </c:pt>
                <c:pt idx="63">
                  <c:v>13</c:v>
                </c:pt>
                <c:pt idx="64">
                  <c:v>4</c:v>
                </c:pt>
                <c:pt idx="65">
                  <c:v>13</c:v>
                </c:pt>
                <c:pt idx="66">
                  <c:v>2</c:v>
                </c:pt>
                <c:pt idx="67">
                  <c:v>3</c:v>
                </c:pt>
                <c:pt idx="68">
                  <c:v>1</c:v>
                </c:pt>
                <c:pt idx="69">
                  <c:v>9</c:v>
                </c:pt>
                <c:pt idx="70">
                  <c:v>8</c:v>
                </c:pt>
                <c:pt idx="71">
                  <c:v>2</c:v>
                </c:pt>
                <c:pt idx="72">
                  <c:v>12</c:v>
                </c:pt>
                <c:pt idx="73">
                  <c:v>8</c:v>
                </c:pt>
                <c:pt idx="74">
                  <c:v>9</c:v>
                </c:pt>
                <c:pt idx="75">
                  <c:v>8</c:v>
                </c:pt>
                <c:pt idx="76">
                  <c:v>4</c:v>
                </c:pt>
                <c:pt idx="77">
                  <c:v>14</c:v>
                </c:pt>
                <c:pt idx="78">
                  <c:v>4</c:v>
                </c:pt>
                <c:pt idx="79">
                  <c:v>7</c:v>
                </c:pt>
                <c:pt idx="80">
                  <c:v>7</c:v>
                </c:pt>
                <c:pt idx="81">
                  <c:v>5</c:v>
                </c:pt>
                <c:pt idx="82">
                  <c:v>8</c:v>
                </c:pt>
                <c:pt idx="83">
                  <c:v>16</c:v>
                </c:pt>
                <c:pt idx="84">
                  <c:v>19</c:v>
                </c:pt>
                <c:pt idx="85">
                  <c:v>18</c:v>
                </c:pt>
                <c:pt idx="86">
                  <c:v>4</c:v>
                </c:pt>
                <c:pt idx="87">
                  <c:v>4</c:v>
                </c:pt>
                <c:pt idx="88">
                  <c:v>2</c:v>
                </c:pt>
                <c:pt idx="89">
                  <c:v>20</c:v>
                </c:pt>
                <c:pt idx="90">
                  <c:v>1</c:v>
                </c:pt>
                <c:pt idx="91">
                  <c:v>15</c:v>
                </c:pt>
                <c:pt idx="92">
                  <c:v>3</c:v>
                </c:pt>
                <c:pt idx="93">
                  <c:v>14</c:v>
                </c:pt>
                <c:pt idx="94">
                  <c:v>7</c:v>
                </c:pt>
                <c:pt idx="95">
                  <c:v>18</c:v>
                </c:pt>
                <c:pt idx="96">
                  <c:v>8</c:v>
                </c:pt>
                <c:pt idx="97">
                  <c:v>8</c:v>
                </c:pt>
                <c:pt idx="98">
                  <c:v>19</c:v>
                </c:pt>
                <c:pt idx="99">
                  <c:v>19</c:v>
                </c:pt>
                <c:pt idx="100">
                  <c:v>3</c:v>
                </c:pt>
                <c:pt idx="101">
                  <c:v>17</c:v>
                </c:pt>
                <c:pt idx="102">
                  <c:v>15</c:v>
                </c:pt>
                <c:pt idx="103">
                  <c:v>20</c:v>
                </c:pt>
                <c:pt idx="104">
                  <c:v>11</c:v>
                </c:pt>
                <c:pt idx="105">
                  <c:v>17</c:v>
                </c:pt>
                <c:pt idx="106">
                  <c:v>15</c:v>
                </c:pt>
                <c:pt idx="107">
                  <c:v>7</c:v>
                </c:pt>
                <c:pt idx="108">
                  <c:v>14</c:v>
                </c:pt>
                <c:pt idx="109">
                  <c:v>11</c:v>
                </c:pt>
                <c:pt idx="110">
                  <c:v>9</c:v>
                </c:pt>
                <c:pt idx="111">
                  <c:v>19</c:v>
                </c:pt>
                <c:pt idx="112">
                  <c:v>13</c:v>
                </c:pt>
                <c:pt idx="113">
                  <c:v>4</c:v>
                </c:pt>
                <c:pt idx="114">
                  <c:v>15</c:v>
                </c:pt>
                <c:pt idx="115">
                  <c:v>2</c:v>
                </c:pt>
                <c:pt idx="116">
                  <c:v>11</c:v>
                </c:pt>
                <c:pt idx="117">
                  <c:v>17</c:v>
                </c:pt>
                <c:pt idx="118">
                  <c:v>20</c:v>
                </c:pt>
                <c:pt idx="119">
                  <c:v>19</c:v>
                </c:pt>
                <c:pt idx="120">
                  <c:v>11</c:v>
                </c:pt>
                <c:pt idx="121">
                  <c:v>15</c:v>
                </c:pt>
                <c:pt idx="122">
                  <c:v>6</c:v>
                </c:pt>
                <c:pt idx="123">
                  <c:v>19</c:v>
                </c:pt>
                <c:pt idx="124">
                  <c:v>14</c:v>
                </c:pt>
                <c:pt idx="125">
                  <c:v>19</c:v>
                </c:pt>
                <c:pt idx="126">
                  <c:v>8</c:v>
                </c:pt>
                <c:pt idx="127">
                  <c:v>3</c:v>
                </c:pt>
                <c:pt idx="128">
                  <c:v>10</c:v>
                </c:pt>
                <c:pt idx="129">
                  <c:v>7</c:v>
                </c:pt>
                <c:pt idx="130">
                  <c:v>11</c:v>
                </c:pt>
                <c:pt idx="131">
                  <c:v>14</c:v>
                </c:pt>
                <c:pt idx="132">
                  <c:v>1</c:v>
                </c:pt>
                <c:pt idx="133">
                  <c:v>16</c:v>
                </c:pt>
                <c:pt idx="134">
                  <c:v>2</c:v>
                </c:pt>
                <c:pt idx="135">
                  <c:v>20</c:v>
                </c:pt>
                <c:pt idx="136">
                  <c:v>11</c:v>
                </c:pt>
                <c:pt idx="137">
                  <c:v>19</c:v>
                </c:pt>
                <c:pt idx="138">
                  <c:v>1</c:v>
                </c:pt>
                <c:pt idx="139">
                  <c:v>5</c:v>
                </c:pt>
                <c:pt idx="140">
                  <c:v>7</c:v>
                </c:pt>
                <c:pt idx="141">
                  <c:v>72</c:v>
                </c:pt>
                <c:pt idx="142">
                  <c:v>10</c:v>
                </c:pt>
                <c:pt idx="143">
                  <c:v>4</c:v>
                </c:pt>
                <c:pt idx="144">
                  <c:v>15</c:v>
                </c:pt>
                <c:pt idx="145">
                  <c:v>5</c:v>
                </c:pt>
                <c:pt idx="146">
                  <c:v>2</c:v>
                </c:pt>
                <c:pt idx="147">
                  <c:v>6</c:v>
                </c:pt>
                <c:pt idx="148">
                  <c:v>18</c:v>
                </c:pt>
                <c:pt idx="149">
                  <c:v>13</c:v>
                </c:pt>
                <c:pt idx="150">
                  <c:v>13</c:v>
                </c:pt>
                <c:pt idx="151">
                  <c:v>15</c:v>
                </c:pt>
                <c:pt idx="152">
                  <c:v>3</c:v>
                </c:pt>
                <c:pt idx="153">
                  <c:v>6</c:v>
                </c:pt>
                <c:pt idx="154">
                  <c:v>15</c:v>
                </c:pt>
                <c:pt idx="155">
                  <c:v>19</c:v>
                </c:pt>
                <c:pt idx="156">
                  <c:v>14</c:v>
                </c:pt>
                <c:pt idx="157">
                  <c:v>18</c:v>
                </c:pt>
                <c:pt idx="158">
                  <c:v>13</c:v>
                </c:pt>
                <c:pt idx="159">
                  <c:v>14</c:v>
                </c:pt>
                <c:pt idx="160">
                  <c:v>2</c:v>
                </c:pt>
                <c:pt idx="161">
                  <c:v>10</c:v>
                </c:pt>
                <c:pt idx="162">
                  <c:v>11</c:v>
                </c:pt>
                <c:pt idx="163">
                  <c:v>5</c:v>
                </c:pt>
                <c:pt idx="164">
                  <c:v>15</c:v>
                </c:pt>
                <c:pt idx="165">
                  <c:v>8</c:v>
                </c:pt>
                <c:pt idx="166">
                  <c:v>12</c:v>
                </c:pt>
                <c:pt idx="167">
                  <c:v>19</c:v>
                </c:pt>
                <c:pt idx="168">
                  <c:v>37</c:v>
                </c:pt>
                <c:pt idx="169">
                  <c:v>6</c:v>
                </c:pt>
                <c:pt idx="170">
                  <c:v>17</c:v>
                </c:pt>
                <c:pt idx="171">
                  <c:v>9</c:v>
                </c:pt>
                <c:pt idx="172">
                  <c:v>17</c:v>
                </c:pt>
                <c:pt idx="173">
                  <c:v>10</c:v>
                </c:pt>
                <c:pt idx="174">
                  <c:v>6</c:v>
                </c:pt>
                <c:pt idx="175">
                  <c:v>2</c:v>
                </c:pt>
                <c:pt idx="176">
                  <c:v>13</c:v>
                </c:pt>
                <c:pt idx="177">
                  <c:v>3</c:v>
                </c:pt>
                <c:pt idx="178">
                  <c:v>11</c:v>
                </c:pt>
                <c:pt idx="179">
                  <c:v>42</c:v>
                </c:pt>
                <c:pt idx="180">
                  <c:v>13</c:v>
                </c:pt>
                <c:pt idx="181">
                  <c:v>9</c:v>
                </c:pt>
                <c:pt idx="182">
                  <c:v>13</c:v>
                </c:pt>
                <c:pt idx="183">
                  <c:v>16</c:v>
                </c:pt>
                <c:pt idx="184">
                  <c:v>12</c:v>
                </c:pt>
                <c:pt idx="185">
                  <c:v>3</c:v>
                </c:pt>
                <c:pt idx="186">
                  <c:v>3</c:v>
                </c:pt>
                <c:pt idx="187">
                  <c:v>20</c:v>
                </c:pt>
                <c:pt idx="188">
                  <c:v>102</c:v>
                </c:pt>
                <c:pt idx="189">
                  <c:v>19</c:v>
                </c:pt>
                <c:pt idx="190">
                  <c:v>16</c:v>
                </c:pt>
                <c:pt idx="191">
                  <c:v>12</c:v>
                </c:pt>
                <c:pt idx="192">
                  <c:v>4</c:v>
                </c:pt>
                <c:pt idx="193">
                  <c:v>6</c:v>
                </c:pt>
                <c:pt idx="194">
                  <c:v>16</c:v>
                </c:pt>
                <c:pt idx="195">
                  <c:v>5</c:v>
                </c:pt>
                <c:pt idx="196">
                  <c:v>18</c:v>
                </c:pt>
                <c:pt idx="197">
                  <c:v>5</c:v>
                </c:pt>
                <c:pt idx="198">
                  <c:v>8</c:v>
                </c:pt>
                <c:pt idx="199">
                  <c:v>4</c:v>
                </c:pt>
                <c:pt idx="200">
                  <c:v>8</c:v>
                </c:pt>
                <c:pt idx="201">
                  <c:v>19</c:v>
                </c:pt>
                <c:pt idx="202">
                  <c:v>9</c:v>
                </c:pt>
                <c:pt idx="203">
                  <c:v>5</c:v>
                </c:pt>
                <c:pt idx="204">
                  <c:v>13</c:v>
                </c:pt>
                <c:pt idx="205">
                  <c:v>9</c:v>
                </c:pt>
                <c:pt idx="206">
                  <c:v>15</c:v>
                </c:pt>
                <c:pt idx="207">
                  <c:v>10</c:v>
                </c:pt>
                <c:pt idx="208">
                  <c:v>6</c:v>
                </c:pt>
                <c:pt idx="209">
                  <c:v>1</c:v>
                </c:pt>
                <c:pt idx="210">
                  <c:v>5</c:v>
                </c:pt>
                <c:pt idx="211">
                  <c:v>5</c:v>
                </c:pt>
                <c:pt idx="212">
                  <c:v>71</c:v>
                </c:pt>
                <c:pt idx="213">
                  <c:v>10</c:v>
                </c:pt>
                <c:pt idx="214">
                  <c:v>2</c:v>
                </c:pt>
                <c:pt idx="215">
                  <c:v>12</c:v>
                </c:pt>
                <c:pt idx="216">
                  <c:v>3</c:v>
                </c:pt>
                <c:pt idx="217">
                  <c:v>14</c:v>
                </c:pt>
                <c:pt idx="218">
                  <c:v>18</c:v>
                </c:pt>
                <c:pt idx="219">
                  <c:v>20</c:v>
                </c:pt>
                <c:pt idx="220">
                  <c:v>9</c:v>
                </c:pt>
                <c:pt idx="221">
                  <c:v>19</c:v>
                </c:pt>
                <c:pt idx="222">
                  <c:v>6</c:v>
                </c:pt>
                <c:pt idx="223">
                  <c:v>10</c:v>
                </c:pt>
                <c:pt idx="224">
                  <c:v>8</c:v>
                </c:pt>
                <c:pt idx="225">
                  <c:v>1</c:v>
                </c:pt>
                <c:pt idx="226">
                  <c:v>9</c:v>
                </c:pt>
                <c:pt idx="227">
                  <c:v>3</c:v>
                </c:pt>
                <c:pt idx="228">
                  <c:v>11</c:v>
                </c:pt>
                <c:pt idx="229">
                  <c:v>15</c:v>
                </c:pt>
                <c:pt idx="230">
                  <c:v>2</c:v>
                </c:pt>
                <c:pt idx="231">
                  <c:v>4</c:v>
                </c:pt>
                <c:pt idx="232">
                  <c:v>3</c:v>
                </c:pt>
                <c:pt idx="233">
                  <c:v>4</c:v>
                </c:pt>
                <c:pt idx="234">
                  <c:v>12</c:v>
                </c:pt>
                <c:pt idx="235">
                  <c:v>10</c:v>
                </c:pt>
                <c:pt idx="236">
                  <c:v>8</c:v>
                </c:pt>
                <c:pt idx="237">
                  <c:v>71</c:v>
                </c:pt>
                <c:pt idx="238">
                  <c:v>107</c:v>
                </c:pt>
                <c:pt idx="239">
                  <c:v>19</c:v>
                </c:pt>
                <c:pt idx="240">
                  <c:v>2</c:v>
                </c:pt>
                <c:pt idx="241">
                  <c:v>6</c:v>
                </c:pt>
                <c:pt idx="242">
                  <c:v>3</c:v>
                </c:pt>
                <c:pt idx="243">
                  <c:v>16</c:v>
                </c:pt>
                <c:pt idx="244">
                  <c:v>19</c:v>
                </c:pt>
                <c:pt idx="245">
                  <c:v>11</c:v>
                </c:pt>
                <c:pt idx="246">
                  <c:v>13</c:v>
                </c:pt>
                <c:pt idx="247">
                  <c:v>3</c:v>
                </c:pt>
                <c:pt idx="248">
                  <c:v>14</c:v>
                </c:pt>
                <c:pt idx="249">
                  <c:v>18</c:v>
                </c:pt>
                <c:pt idx="250">
                  <c:v>5</c:v>
                </c:pt>
                <c:pt idx="251">
                  <c:v>10</c:v>
                </c:pt>
                <c:pt idx="252">
                  <c:v>19</c:v>
                </c:pt>
                <c:pt idx="253">
                  <c:v>13</c:v>
                </c:pt>
                <c:pt idx="254">
                  <c:v>19</c:v>
                </c:pt>
                <c:pt idx="255">
                  <c:v>219</c:v>
                </c:pt>
                <c:pt idx="256">
                  <c:v>3</c:v>
                </c:pt>
                <c:pt idx="257">
                  <c:v>5</c:v>
                </c:pt>
                <c:pt idx="258">
                  <c:v>16</c:v>
                </c:pt>
                <c:pt idx="259">
                  <c:v>2</c:v>
                </c:pt>
                <c:pt idx="260">
                  <c:v>14</c:v>
                </c:pt>
                <c:pt idx="261">
                  <c:v>17</c:v>
                </c:pt>
                <c:pt idx="262">
                  <c:v>2</c:v>
                </c:pt>
                <c:pt idx="263">
                  <c:v>4</c:v>
                </c:pt>
                <c:pt idx="264">
                  <c:v>8</c:v>
                </c:pt>
                <c:pt idx="265">
                  <c:v>5</c:v>
                </c:pt>
                <c:pt idx="266">
                  <c:v>4</c:v>
                </c:pt>
                <c:pt idx="267">
                  <c:v>9</c:v>
                </c:pt>
                <c:pt idx="268">
                  <c:v>11</c:v>
                </c:pt>
                <c:pt idx="269">
                  <c:v>19</c:v>
                </c:pt>
                <c:pt idx="270">
                  <c:v>10</c:v>
                </c:pt>
                <c:pt idx="271">
                  <c:v>14</c:v>
                </c:pt>
                <c:pt idx="272">
                  <c:v>11</c:v>
                </c:pt>
                <c:pt idx="273">
                  <c:v>2</c:v>
                </c:pt>
                <c:pt idx="274">
                  <c:v>7</c:v>
                </c:pt>
                <c:pt idx="275">
                  <c:v>6</c:v>
                </c:pt>
                <c:pt idx="276">
                  <c:v>1</c:v>
                </c:pt>
                <c:pt idx="277">
                  <c:v>2</c:v>
                </c:pt>
                <c:pt idx="278">
                  <c:v>5</c:v>
                </c:pt>
                <c:pt idx="279">
                  <c:v>17</c:v>
                </c:pt>
                <c:pt idx="280">
                  <c:v>11</c:v>
                </c:pt>
                <c:pt idx="281">
                  <c:v>4</c:v>
                </c:pt>
                <c:pt idx="282">
                  <c:v>10</c:v>
                </c:pt>
                <c:pt idx="283">
                  <c:v>6</c:v>
                </c:pt>
                <c:pt idx="284">
                  <c:v>13</c:v>
                </c:pt>
                <c:pt idx="285">
                  <c:v>16</c:v>
                </c:pt>
                <c:pt idx="286">
                  <c:v>5</c:v>
                </c:pt>
                <c:pt idx="287">
                  <c:v>17</c:v>
                </c:pt>
                <c:pt idx="288">
                  <c:v>13</c:v>
                </c:pt>
                <c:pt idx="289">
                  <c:v>11</c:v>
                </c:pt>
                <c:pt idx="290">
                  <c:v>74</c:v>
                </c:pt>
                <c:pt idx="291">
                  <c:v>18</c:v>
                </c:pt>
                <c:pt idx="292">
                  <c:v>11</c:v>
                </c:pt>
                <c:pt idx="293">
                  <c:v>12</c:v>
                </c:pt>
                <c:pt idx="294">
                  <c:v>14</c:v>
                </c:pt>
                <c:pt idx="295">
                  <c:v>2</c:v>
                </c:pt>
                <c:pt idx="296">
                  <c:v>17</c:v>
                </c:pt>
                <c:pt idx="297">
                  <c:v>5</c:v>
                </c:pt>
                <c:pt idx="298">
                  <c:v>14</c:v>
                </c:pt>
                <c:pt idx="299">
                  <c:v>2</c:v>
                </c:pt>
                <c:pt idx="300">
                  <c:v>15</c:v>
                </c:pt>
                <c:pt idx="301">
                  <c:v>14</c:v>
                </c:pt>
                <c:pt idx="302">
                  <c:v>12</c:v>
                </c:pt>
                <c:pt idx="303">
                  <c:v>17</c:v>
                </c:pt>
                <c:pt idx="304">
                  <c:v>10</c:v>
                </c:pt>
                <c:pt idx="305">
                  <c:v>7</c:v>
                </c:pt>
                <c:pt idx="306">
                  <c:v>8</c:v>
                </c:pt>
                <c:pt idx="307">
                  <c:v>12</c:v>
                </c:pt>
                <c:pt idx="308">
                  <c:v>18</c:v>
                </c:pt>
                <c:pt idx="309">
                  <c:v>3</c:v>
                </c:pt>
                <c:pt idx="310">
                  <c:v>4</c:v>
                </c:pt>
                <c:pt idx="311">
                  <c:v>3</c:v>
                </c:pt>
                <c:pt idx="312">
                  <c:v>18</c:v>
                </c:pt>
                <c:pt idx="313">
                  <c:v>5</c:v>
                </c:pt>
                <c:pt idx="314">
                  <c:v>18</c:v>
                </c:pt>
                <c:pt idx="315">
                  <c:v>8</c:v>
                </c:pt>
                <c:pt idx="316">
                  <c:v>19</c:v>
                </c:pt>
                <c:pt idx="317">
                  <c:v>14</c:v>
                </c:pt>
                <c:pt idx="318">
                  <c:v>4</c:v>
                </c:pt>
                <c:pt idx="319">
                  <c:v>3</c:v>
                </c:pt>
                <c:pt idx="320">
                  <c:v>5</c:v>
                </c:pt>
                <c:pt idx="321">
                  <c:v>8</c:v>
                </c:pt>
                <c:pt idx="322">
                  <c:v>9</c:v>
                </c:pt>
                <c:pt idx="323">
                  <c:v>13</c:v>
                </c:pt>
                <c:pt idx="324">
                  <c:v>6</c:v>
                </c:pt>
                <c:pt idx="325">
                  <c:v>8</c:v>
                </c:pt>
                <c:pt idx="326">
                  <c:v>1</c:v>
                </c:pt>
                <c:pt idx="327">
                  <c:v>13</c:v>
                </c:pt>
                <c:pt idx="328">
                  <c:v>14</c:v>
                </c:pt>
                <c:pt idx="329">
                  <c:v>13</c:v>
                </c:pt>
                <c:pt idx="330">
                  <c:v>17</c:v>
                </c:pt>
                <c:pt idx="331">
                  <c:v>19</c:v>
                </c:pt>
                <c:pt idx="332">
                  <c:v>7</c:v>
                </c:pt>
                <c:pt idx="333">
                  <c:v>19</c:v>
                </c:pt>
                <c:pt idx="334">
                  <c:v>8</c:v>
                </c:pt>
                <c:pt idx="335">
                  <c:v>15</c:v>
                </c:pt>
                <c:pt idx="336">
                  <c:v>7</c:v>
                </c:pt>
                <c:pt idx="337">
                  <c:v>7</c:v>
                </c:pt>
                <c:pt idx="338">
                  <c:v>11</c:v>
                </c:pt>
                <c:pt idx="339">
                  <c:v>15</c:v>
                </c:pt>
                <c:pt idx="340">
                  <c:v>8</c:v>
                </c:pt>
                <c:pt idx="341">
                  <c:v>3</c:v>
                </c:pt>
                <c:pt idx="342">
                  <c:v>16</c:v>
                </c:pt>
                <c:pt idx="343">
                  <c:v>4</c:v>
                </c:pt>
                <c:pt idx="344">
                  <c:v>16</c:v>
                </c:pt>
                <c:pt idx="345">
                  <c:v>7</c:v>
                </c:pt>
                <c:pt idx="346">
                  <c:v>11</c:v>
                </c:pt>
                <c:pt idx="347">
                  <c:v>19</c:v>
                </c:pt>
                <c:pt idx="348">
                  <c:v>4</c:v>
                </c:pt>
                <c:pt idx="349">
                  <c:v>4</c:v>
                </c:pt>
                <c:pt idx="350">
                  <c:v>15</c:v>
                </c:pt>
                <c:pt idx="351">
                  <c:v>3</c:v>
                </c:pt>
                <c:pt idx="352">
                  <c:v>12</c:v>
                </c:pt>
                <c:pt idx="353">
                  <c:v>3</c:v>
                </c:pt>
                <c:pt idx="354">
                  <c:v>4</c:v>
                </c:pt>
                <c:pt idx="355">
                  <c:v>5</c:v>
                </c:pt>
                <c:pt idx="356">
                  <c:v>15</c:v>
                </c:pt>
                <c:pt idx="357">
                  <c:v>8</c:v>
                </c:pt>
                <c:pt idx="358">
                  <c:v>12</c:v>
                </c:pt>
                <c:pt idx="359">
                  <c:v>1</c:v>
                </c:pt>
                <c:pt idx="360">
                  <c:v>8</c:v>
                </c:pt>
                <c:pt idx="361">
                  <c:v>10</c:v>
                </c:pt>
                <c:pt idx="362">
                  <c:v>6</c:v>
                </c:pt>
                <c:pt idx="363">
                  <c:v>11</c:v>
                </c:pt>
                <c:pt idx="364">
                  <c:v>15</c:v>
                </c:pt>
                <c:pt idx="365">
                  <c:v>7</c:v>
                </c:pt>
                <c:pt idx="366">
                  <c:v>1</c:v>
                </c:pt>
                <c:pt idx="367">
                  <c:v>11</c:v>
                </c:pt>
                <c:pt idx="368">
                  <c:v>11</c:v>
                </c:pt>
                <c:pt idx="369">
                  <c:v>16</c:v>
                </c:pt>
                <c:pt idx="370">
                  <c:v>1</c:v>
                </c:pt>
                <c:pt idx="371">
                  <c:v>3</c:v>
                </c:pt>
                <c:pt idx="372">
                  <c:v>11</c:v>
                </c:pt>
                <c:pt idx="373">
                  <c:v>2</c:v>
                </c:pt>
                <c:pt idx="374">
                  <c:v>16</c:v>
                </c:pt>
                <c:pt idx="375">
                  <c:v>9</c:v>
                </c:pt>
                <c:pt idx="376">
                  <c:v>13</c:v>
                </c:pt>
                <c:pt idx="377">
                  <c:v>14</c:v>
                </c:pt>
                <c:pt idx="378">
                  <c:v>12</c:v>
                </c:pt>
                <c:pt idx="379">
                  <c:v>10</c:v>
                </c:pt>
                <c:pt idx="380">
                  <c:v>2</c:v>
                </c:pt>
                <c:pt idx="381">
                  <c:v>13</c:v>
                </c:pt>
                <c:pt idx="382">
                  <c:v>4</c:v>
                </c:pt>
                <c:pt idx="383">
                  <c:v>8</c:v>
                </c:pt>
                <c:pt idx="384">
                  <c:v>11</c:v>
                </c:pt>
                <c:pt idx="385">
                  <c:v>10</c:v>
                </c:pt>
                <c:pt idx="386">
                  <c:v>3</c:v>
                </c:pt>
                <c:pt idx="387">
                  <c:v>18</c:v>
                </c:pt>
                <c:pt idx="388">
                  <c:v>102</c:v>
                </c:pt>
                <c:pt idx="389">
                  <c:v>15</c:v>
                </c:pt>
                <c:pt idx="390">
                  <c:v>2</c:v>
                </c:pt>
                <c:pt idx="391">
                  <c:v>7</c:v>
                </c:pt>
                <c:pt idx="392">
                  <c:v>19</c:v>
                </c:pt>
                <c:pt idx="393">
                  <c:v>2</c:v>
                </c:pt>
                <c:pt idx="394">
                  <c:v>18</c:v>
                </c:pt>
                <c:pt idx="395">
                  <c:v>12</c:v>
                </c:pt>
                <c:pt idx="396">
                  <c:v>5</c:v>
                </c:pt>
                <c:pt idx="397">
                  <c:v>4</c:v>
                </c:pt>
                <c:pt idx="398">
                  <c:v>5</c:v>
                </c:pt>
                <c:pt idx="399">
                  <c:v>20</c:v>
                </c:pt>
                <c:pt idx="400">
                  <c:v>12</c:v>
                </c:pt>
                <c:pt idx="401">
                  <c:v>9</c:v>
                </c:pt>
                <c:pt idx="402">
                  <c:v>15</c:v>
                </c:pt>
                <c:pt idx="403">
                  <c:v>2</c:v>
                </c:pt>
                <c:pt idx="404">
                  <c:v>14</c:v>
                </c:pt>
                <c:pt idx="405">
                  <c:v>5</c:v>
                </c:pt>
                <c:pt idx="406">
                  <c:v>9</c:v>
                </c:pt>
                <c:pt idx="407">
                  <c:v>6</c:v>
                </c:pt>
                <c:pt idx="408">
                  <c:v>66</c:v>
                </c:pt>
                <c:pt idx="409">
                  <c:v>20</c:v>
                </c:pt>
                <c:pt idx="410">
                  <c:v>20</c:v>
                </c:pt>
                <c:pt idx="411">
                  <c:v>20</c:v>
                </c:pt>
                <c:pt idx="412">
                  <c:v>3</c:v>
                </c:pt>
                <c:pt idx="413">
                  <c:v>14</c:v>
                </c:pt>
                <c:pt idx="414">
                  <c:v>10</c:v>
                </c:pt>
                <c:pt idx="415">
                  <c:v>16</c:v>
                </c:pt>
                <c:pt idx="416">
                  <c:v>7</c:v>
                </c:pt>
                <c:pt idx="417">
                  <c:v>11</c:v>
                </c:pt>
                <c:pt idx="418">
                  <c:v>5</c:v>
                </c:pt>
                <c:pt idx="419">
                  <c:v>11</c:v>
                </c:pt>
                <c:pt idx="420">
                  <c:v>18</c:v>
                </c:pt>
                <c:pt idx="421">
                  <c:v>7</c:v>
                </c:pt>
                <c:pt idx="422">
                  <c:v>5</c:v>
                </c:pt>
                <c:pt idx="423">
                  <c:v>10</c:v>
                </c:pt>
                <c:pt idx="424">
                  <c:v>1</c:v>
                </c:pt>
                <c:pt idx="425">
                  <c:v>4</c:v>
                </c:pt>
                <c:pt idx="426">
                  <c:v>18</c:v>
                </c:pt>
                <c:pt idx="427">
                  <c:v>2</c:v>
                </c:pt>
                <c:pt idx="428">
                  <c:v>3</c:v>
                </c:pt>
                <c:pt idx="429">
                  <c:v>15</c:v>
                </c:pt>
                <c:pt idx="430">
                  <c:v>20</c:v>
                </c:pt>
                <c:pt idx="431">
                  <c:v>13</c:v>
                </c:pt>
                <c:pt idx="432">
                  <c:v>14</c:v>
                </c:pt>
                <c:pt idx="433">
                  <c:v>18</c:v>
                </c:pt>
                <c:pt idx="434">
                  <c:v>11</c:v>
                </c:pt>
                <c:pt idx="435">
                  <c:v>12</c:v>
                </c:pt>
                <c:pt idx="436">
                  <c:v>18</c:v>
                </c:pt>
                <c:pt idx="437">
                  <c:v>13</c:v>
                </c:pt>
                <c:pt idx="438">
                  <c:v>5</c:v>
                </c:pt>
                <c:pt idx="439">
                  <c:v>5</c:v>
                </c:pt>
                <c:pt idx="440">
                  <c:v>13</c:v>
                </c:pt>
                <c:pt idx="441">
                  <c:v>2</c:v>
                </c:pt>
                <c:pt idx="442">
                  <c:v>17</c:v>
                </c:pt>
                <c:pt idx="443">
                  <c:v>18</c:v>
                </c:pt>
                <c:pt idx="444">
                  <c:v>11</c:v>
                </c:pt>
                <c:pt idx="445">
                  <c:v>16</c:v>
                </c:pt>
                <c:pt idx="446">
                  <c:v>9</c:v>
                </c:pt>
                <c:pt idx="447">
                  <c:v>20</c:v>
                </c:pt>
                <c:pt idx="448">
                  <c:v>12</c:v>
                </c:pt>
                <c:pt idx="449">
                  <c:v>8</c:v>
                </c:pt>
                <c:pt idx="450">
                  <c:v>9</c:v>
                </c:pt>
                <c:pt idx="451">
                  <c:v>11</c:v>
                </c:pt>
                <c:pt idx="452">
                  <c:v>8</c:v>
                </c:pt>
                <c:pt idx="453">
                  <c:v>20</c:v>
                </c:pt>
                <c:pt idx="454">
                  <c:v>6</c:v>
                </c:pt>
                <c:pt idx="455">
                  <c:v>13</c:v>
                </c:pt>
                <c:pt idx="456">
                  <c:v>6</c:v>
                </c:pt>
                <c:pt idx="457">
                  <c:v>3</c:v>
                </c:pt>
                <c:pt idx="458">
                  <c:v>13</c:v>
                </c:pt>
                <c:pt idx="459">
                  <c:v>3</c:v>
                </c:pt>
                <c:pt idx="460">
                  <c:v>6</c:v>
                </c:pt>
                <c:pt idx="461">
                  <c:v>7</c:v>
                </c:pt>
                <c:pt idx="462">
                  <c:v>18</c:v>
                </c:pt>
                <c:pt idx="463">
                  <c:v>7</c:v>
                </c:pt>
                <c:pt idx="464">
                  <c:v>14</c:v>
                </c:pt>
                <c:pt idx="465">
                  <c:v>19</c:v>
                </c:pt>
                <c:pt idx="466">
                  <c:v>8</c:v>
                </c:pt>
                <c:pt idx="467">
                  <c:v>3</c:v>
                </c:pt>
                <c:pt idx="468">
                  <c:v>14</c:v>
                </c:pt>
                <c:pt idx="469">
                  <c:v>1</c:v>
                </c:pt>
                <c:pt idx="470">
                  <c:v>9</c:v>
                </c:pt>
                <c:pt idx="471">
                  <c:v>12</c:v>
                </c:pt>
                <c:pt idx="472">
                  <c:v>11</c:v>
                </c:pt>
                <c:pt idx="473">
                  <c:v>16</c:v>
                </c:pt>
                <c:pt idx="474">
                  <c:v>7</c:v>
                </c:pt>
                <c:pt idx="475">
                  <c:v>15</c:v>
                </c:pt>
                <c:pt idx="476">
                  <c:v>3</c:v>
                </c:pt>
                <c:pt idx="477">
                  <c:v>96</c:v>
                </c:pt>
                <c:pt idx="478">
                  <c:v>2</c:v>
                </c:pt>
                <c:pt idx="479">
                  <c:v>15</c:v>
                </c:pt>
                <c:pt idx="480">
                  <c:v>1</c:v>
                </c:pt>
                <c:pt idx="481">
                  <c:v>19</c:v>
                </c:pt>
                <c:pt idx="482">
                  <c:v>20</c:v>
                </c:pt>
                <c:pt idx="483">
                  <c:v>19</c:v>
                </c:pt>
                <c:pt idx="484">
                  <c:v>3</c:v>
                </c:pt>
                <c:pt idx="485">
                  <c:v>5</c:v>
                </c:pt>
                <c:pt idx="486">
                  <c:v>1</c:v>
                </c:pt>
                <c:pt idx="487">
                  <c:v>16</c:v>
                </c:pt>
                <c:pt idx="488">
                  <c:v>8</c:v>
                </c:pt>
                <c:pt idx="489">
                  <c:v>10</c:v>
                </c:pt>
                <c:pt idx="490">
                  <c:v>12</c:v>
                </c:pt>
                <c:pt idx="491">
                  <c:v>11</c:v>
                </c:pt>
                <c:pt idx="492">
                  <c:v>2</c:v>
                </c:pt>
                <c:pt idx="493">
                  <c:v>3</c:v>
                </c:pt>
                <c:pt idx="494">
                  <c:v>13</c:v>
                </c:pt>
                <c:pt idx="495">
                  <c:v>3</c:v>
                </c:pt>
                <c:pt idx="496">
                  <c:v>20</c:v>
                </c:pt>
                <c:pt idx="497">
                  <c:v>19</c:v>
                </c:pt>
                <c:pt idx="498">
                  <c:v>16</c:v>
                </c:pt>
                <c:pt idx="499">
                  <c:v>20</c:v>
                </c:pt>
                <c:pt idx="500">
                  <c:v>9</c:v>
                </c:pt>
                <c:pt idx="501">
                  <c:v>12</c:v>
                </c:pt>
                <c:pt idx="502">
                  <c:v>10</c:v>
                </c:pt>
                <c:pt idx="503">
                  <c:v>14</c:v>
                </c:pt>
                <c:pt idx="504">
                  <c:v>281</c:v>
                </c:pt>
                <c:pt idx="505">
                  <c:v>10</c:v>
                </c:pt>
                <c:pt idx="506">
                  <c:v>5</c:v>
                </c:pt>
                <c:pt idx="507">
                  <c:v>16</c:v>
                </c:pt>
                <c:pt idx="508">
                  <c:v>5</c:v>
                </c:pt>
                <c:pt idx="509">
                  <c:v>19</c:v>
                </c:pt>
                <c:pt idx="510">
                  <c:v>17</c:v>
                </c:pt>
                <c:pt idx="511">
                  <c:v>17</c:v>
                </c:pt>
                <c:pt idx="512">
                  <c:v>18</c:v>
                </c:pt>
                <c:pt idx="513">
                  <c:v>15</c:v>
                </c:pt>
                <c:pt idx="514">
                  <c:v>16</c:v>
                </c:pt>
                <c:pt idx="515">
                  <c:v>6</c:v>
                </c:pt>
                <c:pt idx="516">
                  <c:v>19</c:v>
                </c:pt>
                <c:pt idx="517">
                  <c:v>4</c:v>
                </c:pt>
                <c:pt idx="518">
                  <c:v>1</c:v>
                </c:pt>
                <c:pt idx="519">
                  <c:v>2</c:v>
                </c:pt>
                <c:pt idx="520">
                  <c:v>10</c:v>
                </c:pt>
                <c:pt idx="521">
                  <c:v>16</c:v>
                </c:pt>
                <c:pt idx="522">
                  <c:v>20</c:v>
                </c:pt>
                <c:pt idx="523">
                  <c:v>2</c:v>
                </c:pt>
                <c:pt idx="524">
                  <c:v>11</c:v>
                </c:pt>
                <c:pt idx="525">
                  <c:v>20</c:v>
                </c:pt>
                <c:pt idx="526">
                  <c:v>13</c:v>
                </c:pt>
                <c:pt idx="527">
                  <c:v>7</c:v>
                </c:pt>
                <c:pt idx="528">
                  <c:v>17</c:v>
                </c:pt>
                <c:pt idx="529">
                  <c:v>18</c:v>
                </c:pt>
                <c:pt idx="530">
                  <c:v>14</c:v>
                </c:pt>
                <c:pt idx="531">
                  <c:v>8</c:v>
                </c:pt>
                <c:pt idx="532">
                  <c:v>1</c:v>
                </c:pt>
                <c:pt idx="533">
                  <c:v>5</c:v>
                </c:pt>
                <c:pt idx="534">
                  <c:v>13</c:v>
                </c:pt>
                <c:pt idx="535">
                  <c:v>9</c:v>
                </c:pt>
                <c:pt idx="536">
                  <c:v>5</c:v>
                </c:pt>
                <c:pt idx="537">
                  <c:v>9</c:v>
                </c:pt>
                <c:pt idx="538">
                  <c:v>3</c:v>
                </c:pt>
                <c:pt idx="539">
                  <c:v>72</c:v>
                </c:pt>
                <c:pt idx="540">
                  <c:v>20</c:v>
                </c:pt>
                <c:pt idx="541">
                  <c:v>7</c:v>
                </c:pt>
                <c:pt idx="542">
                  <c:v>20</c:v>
                </c:pt>
                <c:pt idx="543">
                  <c:v>5</c:v>
                </c:pt>
                <c:pt idx="544">
                  <c:v>16</c:v>
                </c:pt>
                <c:pt idx="545">
                  <c:v>15</c:v>
                </c:pt>
                <c:pt idx="546">
                  <c:v>7</c:v>
                </c:pt>
                <c:pt idx="547">
                  <c:v>12</c:v>
                </c:pt>
                <c:pt idx="548">
                  <c:v>3</c:v>
                </c:pt>
                <c:pt idx="549">
                  <c:v>12</c:v>
                </c:pt>
                <c:pt idx="550">
                  <c:v>6</c:v>
                </c:pt>
                <c:pt idx="551">
                  <c:v>4</c:v>
                </c:pt>
                <c:pt idx="552">
                  <c:v>11</c:v>
                </c:pt>
                <c:pt idx="553">
                  <c:v>15</c:v>
                </c:pt>
                <c:pt idx="554">
                  <c:v>15</c:v>
                </c:pt>
                <c:pt idx="555">
                  <c:v>20</c:v>
                </c:pt>
                <c:pt idx="556">
                  <c:v>13</c:v>
                </c:pt>
                <c:pt idx="557">
                  <c:v>3</c:v>
                </c:pt>
                <c:pt idx="558">
                  <c:v>5</c:v>
                </c:pt>
                <c:pt idx="559">
                  <c:v>14</c:v>
                </c:pt>
                <c:pt idx="560">
                  <c:v>15</c:v>
                </c:pt>
                <c:pt idx="561">
                  <c:v>15</c:v>
                </c:pt>
                <c:pt idx="562">
                  <c:v>4</c:v>
                </c:pt>
                <c:pt idx="563">
                  <c:v>7</c:v>
                </c:pt>
                <c:pt idx="564">
                  <c:v>5</c:v>
                </c:pt>
                <c:pt idx="565">
                  <c:v>7</c:v>
                </c:pt>
                <c:pt idx="566">
                  <c:v>20</c:v>
                </c:pt>
                <c:pt idx="567">
                  <c:v>8</c:v>
                </c:pt>
                <c:pt idx="568">
                  <c:v>4</c:v>
                </c:pt>
                <c:pt idx="569">
                  <c:v>15</c:v>
                </c:pt>
                <c:pt idx="570">
                  <c:v>4</c:v>
                </c:pt>
                <c:pt idx="571">
                  <c:v>16</c:v>
                </c:pt>
                <c:pt idx="572">
                  <c:v>15</c:v>
                </c:pt>
                <c:pt idx="573">
                  <c:v>12</c:v>
                </c:pt>
                <c:pt idx="574">
                  <c:v>15</c:v>
                </c:pt>
                <c:pt idx="575">
                  <c:v>14</c:v>
                </c:pt>
                <c:pt idx="576">
                  <c:v>17</c:v>
                </c:pt>
                <c:pt idx="577">
                  <c:v>10</c:v>
                </c:pt>
                <c:pt idx="578">
                  <c:v>7</c:v>
                </c:pt>
                <c:pt idx="579">
                  <c:v>5</c:v>
                </c:pt>
                <c:pt idx="580">
                  <c:v>6</c:v>
                </c:pt>
                <c:pt idx="581">
                  <c:v>9</c:v>
                </c:pt>
                <c:pt idx="582">
                  <c:v>8</c:v>
                </c:pt>
                <c:pt idx="583">
                  <c:v>2</c:v>
                </c:pt>
                <c:pt idx="584">
                  <c:v>17</c:v>
                </c:pt>
                <c:pt idx="585">
                  <c:v>16</c:v>
                </c:pt>
                <c:pt idx="586">
                  <c:v>20</c:v>
                </c:pt>
                <c:pt idx="587">
                  <c:v>10</c:v>
                </c:pt>
                <c:pt idx="588">
                  <c:v>16</c:v>
                </c:pt>
                <c:pt idx="589">
                  <c:v>13</c:v>
                </c:pt>
                <c:pt idx="590">
                  <c:v>9</c:v>
                </c:pt>
                <c:pt idx="591">
                  <c:v>8</c:v>
                </c:pt>
                <c:pt idx="592">
                  <c:v>6</c:v>
                </c:pt>
                <c:pt idx="593">
                  <c:v>6</c:v>
                </c:pt>
                <c:pt idx="594">
                  <c:v>2</c:v>
                </c:pt>
                <c:pt idx="595">
                  <c:v>8</c:v>
                </c:pt>
                <c:pt idx="596">
                  <c:v>5</c:v>
                </c:pt>
                <c:pt idx="597">
                  <c:v>18</c:v>
                </c:pt>
                <c:pt idx="598">
                  <c:v>13</c:v>
                </c:pt>
                <c:pt idx="599">
                  <c:v>4</c:v>
                </c:pt>
                <c:pt idx="600">
                  <c:v>9</c:v>
                </c:pt>
                <c:pt idx="601">
                  <c:v>5</c:v>
                </c:pt>
                <c:pt idx="602">
                  <c:v>13</c:v>
                </c:pt>
                <c:pt idx="603">
                  <c:v>6</c:v>
                </c:pt>
                <c:pt idx="604">
                  <c:v>9</c:v>
                </c:pt>
                <c:pt idx="605">
                  <c:v>128</c:v>
                </c:pt>
                <c:pt idx="606">
                  <c:v>17</c:v>
                </c:pt>
                <c:pt idx="607">
                  <c:v>2</c:v>
                </c:pt>
                <c:pt idx="608">
                  <c:v>8</c:v>
                </c:pt>
                <c:pt idx="609">
                  <c:v>8</c:v>
                </c:pt>
                <c:pt idx="610">
                  <c:v>90</c:v>
                </c:pt>
                <c:pt idx="611">
                  <c:v>11</c:v>
                </c:pt>
                <c:pt idx="612">
                  <c:v>11</c:v>
                </c:pt>
                <c:pt idx="613">
                  <c:v>4</c:v>
                </c:pt>
                <c:pt idx="614">
                  <c:v>4</c:v>
                </c:pt>
                <c:pt idx="615">
                  <c:v>15</c:v>
                </c:pt>
                <c:pt idx="616">
                  <c:v>10</c:v>
                </c:pt>
                <c:pt idx="617">
                  <c:v>3</c:v>
                </c:pt>
                <c:pt idx="618">
                  <c:v>6</c:v>
                </c:pt>
                <c:pt idx="619">
                  <c:v>11</c:v>
                </c:pt>
                <c:pt idx="620">
                  <c:v>4</c:v>
                </c:pt>
                <c:pt idx="621">
                  <c:v>6</c:v>
                </c:pt>
                <c:pt idx="622">
                  <c:v>17</c:v>
                </c:pt>
                <c:pt idx="623">
                  <c:v>9</c:v>
                </c:pt>
                <c:pt idx="624">
                  <c:v>17</c:v>
                </c:pt>
                <c:pt idx="625">
                  <c:v>9</c:v>
                </c:pt>
                <c:pt idx="626">
                  <c:v>14</c:v>
                </c:pt>
                <c:pt idx="627">
                  <c:v>17</c:v>
                </c:pt>
                <c:pt idx="628">
                  <c:v>11</c:v>
                </c:pt>
                <c:pt idx="629">
                  <c:v>17</c:v>
                </c:pt>
                <c:pt idx="630">
                  <c:v>9</c:v>
                </c:pt>
                <c:pt idx="631">
                  <c:v>17</c:v>
                </c:pt>
                <c:pt idx="632">
                  <c:v>15</c:v>
                </c:pt>
                <c:pt idx="633">
                  <c:v>15</c:v>
                </c:pt>
                <c:pt idx="634">
                  <c:v>11</c:v>
                </c:pt>
                <c:pt idx="635">
                  <c:v>11</c:v>
                </c:pt>
                <c:pt idx="636">
                  <c:v>1</c:v>
                </c:pt>
                <c:pt idx="637">
                  <c:v>12</c:v>
                </c:pt>
                <c:pt idx="638">
                  <c:v>3</c:v>
                </c:pt>
                <c:pt idx="639">
                  <c:v>7</c:v>
                </c:pt>
                <c:pt idx="640">
                  <c:v>17</c:v>
                </c:pt>
                <c:pt idx="641">
                  <c:v>12</c:v>
                </c:pt>
                <c:pt idx="642">
                  <c:v>15</c:v>
                </c:pt>
                <c:pt idx="643">
                  <c:v>10</c:v>
                </c:pt>
                <c:pt idx="644">
                  <c:v>14</c:v>
                </c:pt>
                <c:pt idx="645">
                  <c:v>15</c:v>
                </c:pt>
                <c:pt idx="646">
                  <c:v>20</c:v>
                </c:pt>
                <c:pt idx="647">
                  <c:v>20</c:v>
                </c:pt>
                <c:pt idx="648">
                  <c:v>11</c:v>
                </c:pt>
                <c:pt idx="649">
                  <c:v>1</c:v>
                </c:pt>
                <c:pt idx="650">
                  <c:v>12</c:v>
                </c:pt>
                <c:pt idx="651">
                  <c:v>4</c:v>
                </c:pt>
                <c:pt idx="652">
                  <c:v>1</c:v>
                </c:pt>
                <c:pt idx="653">
                  <c:v>4</c:v>
                </c:pt>
                <c:pt idx="654">
                  <c:v>13</c:v>
                </c:pt>
                <c:pt idx="655">
                  <c:v>247</c:v>
                </c:pt>
                <c:pt idx="656">
                  <c:v>8</c:v>
                </c:pt>
                <c:pt idx="657">
                  <c:v>5</c:v>
                </c:pt>
                <c:pt idx="658">
                  <c:v>6</c:v>
                </c:pt>
                <c:pt idx="659">
                  <c:v>16</c:v>
                </c:pt>
                <c:pt idx="660">
                  <c:v>5</c:v>
                </c:pt>
                <c:pt idx="661">
                  <c:v>6</c:v>
                </c:pt>
                <c:pt idx="662">
                  <c:v>16</c:v>
                </c:pt>
                <c:pt idx="663">
                  <c:v>13</c:v>
                </c:pt>
                <c:pt idx="664">
                  <c:v>19</c:v>
                </c:pt>
                <c:pt idx="665">
                  <c:v>14</c:v>
                </c:pt>
                <c:pt idx="666">
                  <c:v>4</c:v>
                </c:pt>
                <c:pt idx="667">
                  <c:v>3</c:v>
                </c:pt>
                <c:pt idx="668">
                  <c:v>16</c:v>
                </c:pt>
                <c:pt idx="669">
                  <c:v>15</c:v>
                </c:pt>
                <c:pt idx="670">
                  <c:v>1</c:v>
                </c:pt>
                <c:pt idx="671">
                  <c:v>2</c:v>
                </c:pt>
                <c:pt idx="672">
                  <c:v>12</c:v>
                </c:pt>
                <c:pt idx="673">
                  <c:v>12</c:v>
                </c:pt>
                <c:pt idx="674">
                  <c:v>11</c:v>
                </c:pt>
                <c:pt idx="675">
                  <c:v>13</c:v>
                </c:pt>
                <c:pt idx="676">
                  <c:v>4</c:v>
                </c:pt>
                <c:pt idx="677">
                  <c:v>11</c:v>
                </c:pt>
                <c:pt idx="678">
                  <c:v>11</c:v>
                </c:pt>
                <c:pt idx="679">
                  <c:v>19</c:v>
                </c:pt>
                <c:pt idx="680">
                  <c:v>43</c:v>
                </c:pt>
                <c:pt idx="681">
                  <c:v>5</c:v>
                </c:pt>
                <c:pt idx="682">
                  <c:v>7</c:v>
                </c:pt>
                <c:pt idx="683">
                  <c:v>2</c:v>
                </c:pt>
                <c:pt idx="684">
                  <c:v>16</c:v>
                </c:pt>
                <c:pt idx="685">
                  <c:v>5</c:v>
                </c:pt>
                <c:pt idx="686">
                  <c:v>5</c:v>
                </c:pt>
                <c:pt idx="687">
                  <c:v>12</c:v>
                </c:pt>
                <c:pt idx="688">
                  <c:v>2</c:v>
                </c:pt>
                <c:pt idx="689">
                  <c:v>15</c:v>
                </c:pt>
                <c:pt idx="690">
                  <c:v>18</c:v>
                </c:pt>
                <c:pt idx="691">
                  <c:v>93</c:v>
                </c:pt>
                <c:pt idx="692">
                  <c:v>6</c:v>
                </c:pt>
                <c:pt idx="693">
                  <c:v>5</c:v>
                </c:pt>
                <c:pt idx="694">
                  <c:v>7</c:v>
                </c:pt>
                <c:pt idx="695">
                  <c:v>13</c:v>
                </c:pt>
                <c:pt idx="696">
                  <c:v>9</c:v>
                </c:pt>
                <c:pt idx="697">
                  <c:v>20</c:v>
                </c:pt>
                <c:pt idx="698">
                  <c:v>6</c:v>
                </c:pt>
                <c:pt idx="699">
                  <c:v>6</c:v>
                </c:pt>
                <c:pt idx="700">
                  <c:v>5</c:v>
                </c:pt>
                <c:pt idx="701">
                  <c:v>6</c:v>
                </c:pt>
                <c:pt idx="702">
                  <c:v>3</c:v>
                </c:pt>
                <c:pt idx="703">
                  <c:v>10</c:v>
                </c:pt>
                <c:pt idx="704">
                  <c:v>4</c:v>
                </c:pt>
                <c:pt idx="705">
                  <c:v>343</c:v>
                </c:pt>
                <c:pt idx="706">
                  <c:v>14</c:v>
                </c:pt>
                <c:pt idx="707">
                  <c:v>12</c:v>
                </c:pt>
                <c:pt idx="708">
                  <c:v>5</c:v>
                </c:pt>
                <c:pt idx="709">
                  <c:v>4</c:v>
                </c:pt>
                <c:pt idx="710">
                  <c:v>92</c:v>
                </c:pt>
                <c:pt idx="711">
                  <c:v>5</c:v>
                </c:pt>
                <c:pt idx="712">
                  <c:v>11</c:v>
                </c:pt>
                <c:pt idx="713">
                  <c:v>5</c:v>
                </c:pt>
                <c:pt idx="714">
                  <c:v>4</c:v>
                </c:pt>
                <c:pt idx="715">
                  <c:v>5</c:v>
                </c:pt>
                <c:pt idx="716">
                  <c:v>8</c:v>
                </c:pt>
                <c:pt idx="717">
                  <c:v>14</c:v>
                </c:pt>
                <c:pt idx="718">
                  <c:v>4</c:v>
                </c:pt>
                <c:pt idx="719">
                  <c:v>5</c:v>
                </c:pt>
                <c:pt idx="720">
                  <c:v>20</c:v>
                </c:pt>
                <c:pt idx="721">
                  <c:v>12</c:v>
                </c:pt>
                <c:pt idx="722">
                  <c:v>6</c:v>
                </c:pt>
                <c:pt idx="723">
                  <c:v>9</c:v>
                </c:pt>
                <c:pt idx="724">
                  <c:v>246</c:v>
                </c:pt>
                <c:pt idx="725">
                  <c:v>5</c:v>
                </c:pt>
                <c:pt idx="726">
                  <c:v>20</c:v>
                </c:pt>
                <c:pt idx="727">
                  <c:v>12</c:v>
                </c:pt>
                <c:pt idx="728">
                  <c:v>9</c:v>
                </c:pt>
                <c:pt idx="729">
                  <c:v>5</c:v>
                </c:pt>
                <c:pt idx="730">
                  <c:v>7</c:v>
                </c:pt>
                <c:pt idx="731">
                  <c:v>7</c:v>
                </c:pt>
                <c:pt idx="732">
                  <c:v>20</c:v>
                </c:pt>
                <c:pt idx="733">
                  <c:v>10</c:v>
                </c:pt>
                <c:pt idx="734">
                  <c:v>10</c:v>
                </c:pt>
                <c:pt idx="735">
                  <c:v>20</c:v>
                </c:pt>
                <c:pt idx="736">
                  <c:v>14</c:v>
                </c:pt>
                <c:pt idx="737">
                  <c:v>3</c:v>
                </c:pt>
                <c:pt idx="738">
                  <c:v>16</c:v>
                </c:pt>
                <c:pt idx="739">
                  <c:v>16</c:v>
                </c:pt>
                <c:pt idx="740">
                  <c:v>3</c:v>
                </c:pt>
                <c:pt idx="741">
                  <c:v>12</c:v>
                </c:pt>
                <c:pt idx="742">
                  <c:v>5</c:v>
                </c:pt>
                <c:pt idx="743">
                  <c:v>3</c:v>
                </c:pt>
                <c:pt idx="744">
                  <c:v>14</c:v>
                </c:pt>
                <c:pt idx="745">
                  <c:v>1</c:v>
                </c:pt>
                <c:pt idx="746">
                  <c:v>18</c:v>
                </c:pt>
                <c:pt idx="747">
                  <c:v>7</c:v>
                </c:pt>
                <c:pt idx="748">
                  <c:v>11</c:v>
                </c:pt>
                <c:pt idx="749">
                  <c:v>2</c:v>
                </c:pt>
                <c:pt idx="750">
                  <c:v>12</c:v>
                </c:pt>
                <c:pt idx="751">
                  <c:v>5</c:v>
                </c:pt>
                <c:pt idx="752">
                  <c:v>13</c:v>
                </c:pt>
                <c:pt idx="753">
                  <c:v>16</c:v>
                </c:pt>
                <c:pt idx="754">
                  <c:v>6</c:v>
                </c:pt>
                <c:pt idx="755">
                  <c:v>12</c:v>
                </c:pt>
                <c:pt idx="756">
                  <c:v>6</c:v>
                </c:pt>
                <c:pt idx="757">
                  <c:v>122</c:v>
                </c:pt>
                <c:pt idx="758">
                  <c:v>16</c:v>
                </c:pt>
                <c:pt idx="759">
                  <c:v>7</c:v>
                </c:pt>
                <c:pt idx="760">
                  <c:v>14</c:v>
                </c:pt>
                <c:pt idx="761">
                  <c:v>15</c:v>
                </c:pt>
                <c:pt idx="762">
                  <c:v>12</c:v>
                </c:pt>
                <c:pt idx="763">
                  <c:v>4</c:v>
                </c:pt>
                <c:pt idx="764">
                  <c:v>1</c:v>
                </c:pt>
                <c:pt idx="765">
                  <c:v>14</c:v>
                </c:pt>
                <c:pt idx="766">
                  <c:v>6</c:v>
                </c:pt>
                <c:pt idx="767">
                  <c:v>1</c:v>
                </c:pt>
                <c:pt idx="768">
                  <c:v>13</c:v>
                </c:pt>
                <c:pt idx="769">
                  <c:v>1</c:v>
                </c:pt>
                <c:pt idx="770">
                  <c:v>14</c:v>
                </c:pt>
                <c:pt idx="771">
                  <c:v>19</c:v>
                </c:pt>
                <c:pt idx="772">
                  <c:v>8</c:v>
                </c:pt>
                <c:pt idx="773">
                  <c:v>19</c:v>
                </c:pt>
                <c:pt idx="774">
                  <c:v>16</c:v>
                </c:pt>
                <c:pt idx="775">
                  <c:v>2</c:v>
                </c:pt>
                <c:pt idx="776">
                  <c:v>1</c:v>
                </c:pt>
                <c:pt idx="777">
                  <c:v>5</c:v>
                </c:pt>
                <c:pt idx="778">
                  <c:v>13</c:v>
                </c:pt>
                <c:pt idx="779">
                  <c:v>7</c:v>
                </c:pt>
                <c:pt idx="780">
                  <c:v>13</c:v>
                </c:pt>
                <c:pt idx="781">
                  <c:v>14</c:v>
                </c:pt>
                <c:pt idx="782">
                  <c:v>12</c:v>
                </c:pt>
                <c:pt idx="783">
                  <c:v>11</c:v>
                </c:pt>
                <c:pt idx="784">
                  <c:v>16</c:v>
                </c:pt>
                <c:pt idx="785">
                  <c:v>19</c:v>
                </c:pt>
                <c:pt idx="786">
                  <c:v>11</c:v>
                </c:pt>
                <c:pt idx="787">
                  <c:v>18</c:v>
                </c:pt>
                <c:pt idx="788">
                  <c:v>20</c:v>
                </c:pt>
                <c:pt idx="789">
                  <c:v>6</c:v>
                </c:pt>
                <c:pt idx="790">
                  <c:v>19</c:v>
                </c:pt>
                <c:pt idx="791">
                  <c:v>16</c:v>
                </c:pt>
                <c:pt idx="792">
                  <c:v>3</c:v>
                </c:pt>
                <c:pt idx="793">
                  <c:v>11</c:v>
                </c:pt>
                <c:pt idx="794">
                  <c:v>13</c:v>
                </c:pt>
                <c:pt idx="795">
                  <c:v>4</c:v>
                </c:pt>
                <c:pt idx="796">
                  <c:v>15</c:v>
                </c:pt>
                <c:pt idx="797">
                  <c:v>9</c:v>
                </c:pt>
                <c:pt idx="798">
                  <c:v>9</c:v>
                </c:pt>
                <c:pt idx="799">
                  <c:v>20</c:v>
                </c:pt>
                <c:pt idx="800">
                  <c:v>16</c:v>
                </c:pt>
                <c:pt idx="801">
                  <c:v>16</c:v>
                </c:pt>
                <c:pt idx="802">
                  <c:v>5</c:v>
                </c:pt>
                <c:pt idx="803">
                  <c:v>12</c:v>
                </c:pt>
                <c:pt idx="804">
                  <c:v>11</c:v>
                </c:pt>
                <c:pt idx="805">
                  <c:v>4</c:v>
                </c:pt>
                <c:pt idx="806">
                  <c:v>17</c:v>
                </c:pt>
                <c:pt idx="807">
                  <c:v>7</c:v>
                </c:pt>
                <c:pt idx="808">
                  <c:v>2</c:v>
                </c:pt>
                <c:pt idx="809">
                  <c:v>10</c:v>
                </c:pt>
                <c:pt idx="810">
                  <c:v>10</c:v>
                </c:pt>
                <c:pt idx="811">
                  <c:v>3</c:v>
                </c:pt>
                <c:pt idx="812">
                  <c:v>17</c:v>
                </c:pt>
                <c:pt idx="813">
                  <c:v>19</c:v>
                </c:pt>
                <c:pt idx="814">
                  <c:v>3</c:v>
                </c:pt>
                <c:pt idx="815">
                  <c:v>4</c:v>
                </c:pt>
                <c:pt idx="816">
                  <c:v>10</c:v>
                </c:pt>
                <c:pt idx="817">
                  <c:v>4</c:v>
                </c:pt>
                <c:pt idx="818">
                  <c:v>8</c:v>
                </c:pt>
                <c:pt idx="819">
                  <c:v>9</c:v>
                </c:pt>
                <c:pt idx="820">
                  <c:v>13</c:v>
                </c:pt>
                <c:pt idx="821">
                  <c:v>19</c:v>
                </c:pt>
                <c:pt idx="822">
                  <c:v>20</c:v>
                </c:pt>
                <c:pt idx="823">
                  <c:v>3</c:v>
                </c:pt>
                <c:pt idx="824">
                  <c:v>8</c:v>
                </c:pt>
                <c:pt idx="825">
                  <c:v>3</c:v>
                </c:pt>
                <c:pt idx="826">
                  <c:v>7</c:v>
                </c:pt>
                <c:pt idx="827">
                  <c:v>3</c:v>
                </c:pt>
                <c:pt idx="828">
                  <c:v>3</c:v>
                </c:pt>
                <c:pt idx="829">
                  <c:v>4</c:v>
                </c:pt>
                <c:pt idx="830">
                  <c:v>12</c:v>
                </c:pt>
              </c:numCache>
            </c:numRef>
          </c:xVal>
          <c:yVal>
            <c:numRef>
              <c:f>Sheet1!$B$2:$B$832</c:f>
              <c:numCache>
                <c:formatCode>General</c:formatCode>
                <c:ptCount val="831"/>
                <c:pt idx="0">
                  <c:v>12415.77</c:v>
                </c:pt>
                <c:pt idx="1">
                  <c:v>19043.650000000001</c:v>
                </c:pt>
                <c:pt idx="2">
                  <c:v>40270.379999999997</c:v>
                </c:pt>
                <c:pt idx="3">
                  <c:v>10979.73</c:v>
                </c:pt>
                <c:pt idx="4">
                  <c:v>15212.16</c:v>
                </c:pt>
                <c:pt idx="5">
                  <c:v>50265.919999999998</c:v>
                </c:pt>
                <c:pt idx="6">
                  <c:v>29874.26</c:v>
                </c:pt>
                <c:pt idx="7">
                  <c:v>8829.85</c:v>
                </c:pt>
                <c:pt idx="8">
                  <c:v>53467.9</c:v>
                </c:pt>
                <c:pt idx="9">
                  <c:v>33142.480000000003</c:v>
                </c:pt>
                <c:pt idx="10">
                  <c:v>44973.27</c:v>
                </c:pt>
                <c:pt idx="11">
                  <c:v>41661.949999999997</c:v>
                </c:pt>
                <c:pt idx="12">
                  <c:v>18925.66</c:v>
                </c:pt>
                <c:pt idx="13">
                  <c:v>28521.51</c:v>
                </c:pt>
                <c:pt idx="14">
                  <c:v>3803.39</c:v>
                </c:pt>
                <c:pt idx="15">
                  <c:v>25713.23</c:v>
                </c:pt>
                <c:pt idx="16">
                  <c:v>36571.99</c:v>
                </c:pt>
                <c:pt idx="17">
                  <c:v>3615.51</c:v>
                </c:pt>
                <c:pt idx="18">
                  <c:v>22505.77</c:v>
                </c:pt>
                <c:pt idx="19">
                  <c:v>13508.38</c:v>
                </c:pt>
                <c:pt idx="20">
                  <c:v>29801.08</c:v>
                </c:pt>
                <c:pt idx="21">
                  <c:v>33836.44</c:v>
                </c:pt>
                <c:pt idx="22">
                  <c:v>15342.98</c:v>
                </c:pt>
                <c:pt idx="23">
                  <c:v>45699.47</c:v>
                </c:pt>
                <c:pt idx="24">
                  <c:v>1027</c:v>
                </c:pt>
                <c:pt idx="25">
                  <c:v>50954.13</c:v>
                </c:pt>
                <c:pt idx="26">
                  <c:v>12649.33</c:v>
                </c:pt>
                <c:pt idx="27">
                  <c:v>24183.72</c:v>
                </c:pt>
                <c:pt idx="28">
                  <c:v>28835.66</c:v>
                </c:pt>
                <c:pt idx="29">
                  <c:v>34045.56</c:v>
                </c:pt>
                <c:pt idx="30">
                  <c:v>25841.86</c:v>
                </c:pt>
                <c:pt idx="31">
                  <c:v>23087.040000000001</c:v>
                </c:pt>
                <c:pt idx="32">
                  <c:v>12426.84</c:v>
                </c:pt>
                <c:pt idx="33">
                  <c:v>32952.15</c:v>
                </c:pt>
                <c:pt idx="34">
                  <c:v>42236.85</c:v>
                </c:pt>
                <c:pt idx="35">
                  <c:v>30072.31</c:v>
                </c:pt>
                <c:pt idx="36">
                  <c:v>51879.42</c:v>
                </c:pt>
                <c:pt idx="37">
                  <c:v>5075.1400000000003</c:v>
                </c:pt>
                <c:pt idx="38">
                  <c:v>41987.02</c:v>
                </c:pt>
                <c:pt idx="39">
                  <c:v>31236.34</c:v>
                </c:pt>
                <c:pt idx="40">
                  <c:v>53077.279999999999</c:v>
                </c:pt>
                <c:pt idx="41">
                  <c:v>6053.62</c:v>
                </c:pt>
                <c:pt idx="42">
                  <c:v>1189.54</c:v>
                </c:pt>
                <c:pt idx="43">
                  <c:v>53118.32</c:v>
                </c:pt>
                <c:pt idx="44">
                  <c:v>48548.9</c:v>
                </c:pt>
                <c:pt idx="45">
                  <c:v>43981.86</c:v>
                </c:pt>
                <c:pt idx="46">
                  <c:v>41819.97</c:v>
                </c:pt>
                <c:pt idx="47">
                  <c:v>13064.32</c:v>
                </c:pt>
                <c:pt idx="48">
                  <c:v>53725.08</c:v>
                </c:pt>
                <c:pt idx="49">
                  <c:v>7398.77</c:v>
                </c:pt>
                <c:pt idx="50">
                  <c:v>8769.1200000000008</c:v>
                </c:pt>
                <c:pt idx="51">
                  <c:v>42775.3</c:v>
                </c:pt>
                <c:pt idx="52">
                  <c:v>52143.67</c:v>
                </c:pt>
                <c:pt idx="53">
                  <c:v>37962.480000000003</c:v>
                </c:pt>
                <c:pt idx="54">
                  <c:v>24357.86</c:v>
                </c:pt>
                <c:pt idx="55">
                  <c:v>52317.85</c:v>
                </c:pt>
                <c:pt idx="56">
                  <c:v>35095.769999999997</c:v>
                </c:pt>
                <c:pt idx="57">
                  <c:v>45458.53</c:v>
                </c:pt>
                <c:pt idx="58">
                  <c:v>11593.92</c:v>
                </c:pt>
                <c:pt idx="59">
                  <c:v>17435.88</c:v>
                </c:pt>
                <c:pt idx="60">
                  <c:v>28233.52</c:v>
                </c:pt>
                <c:pt idx="61">
                  <c:v>41172.94</c:v>
                </c:pt>
                <c:pt idx="62">
                  <c:v>25316.28</c:v>
                </c:pt>
                <c:pt idx="63">
                  <c:v>21541.29</c:v>
                </c:pt>
                <c:pt idx="64">
                  <c:v>29164.33</c:v>
                </c:pt>
                <c:pt idx="65">
                  <c:v>35916.1</c:v>
                </c:pt>
                <c:pt idx="66">
                  <c:v>16488.54</c:v>
                </c:pt>
                <c:pt idx="67">
                  <c:v>33717.300000000003</c:v>
                </c:pt>
                <c:pt idx="68">
                  <c:v>49490.51</c:v>
                </c:pt>
                <c:pt idx="69">
                  <c:v>25397.55</c:v>
                </c:pt>
                <c:pt idx="70">
                  <c:v>33585.040000000001</c:v>
                </c:pt>
                <c:pt idx="71">
                  <c:v>32086.77</c:v>
                </c:pt>
                <c:pt idx="72">
                  <c:v>29431.45</c:v>
                </c:pt>
                <c:pt idx="73">
                  <c:v>47377.66</c:v>
                </c:pt>
                <c:pt idx="74">
                  <c:v>32358.52</c:v>
                </c:pt>
                <c:pt idx="75">
                  <c:v>35797.050000000003</c:v>
                </c:pt>
                <c:pt idx="76">
                  <c:v>5796.96</c:v>
                </c:pt>
                <c:pt idx="77">
                  <c:v>36193.24</c:v>
                </c:pt>
                <c:pt idx="78">
                  <c:v>53960.56</c:v>
                </c:pt>
                <c:pt idx="79">
                  <c:v>35472.89</c:v>
                </c:pt>
                <c:pt idx="80">
                  <c:v>32457.88</c:v>
                </c:pt>
                <c:pt idx="81">
                  <c:v>40923.629999999997</c:v>
                </c:pt>
                <c:pt idx="82">
                  <c:v>52025.15</c:v>
                </c:pt>
                <c:pt idx="83">
                  <c:v>39325.870000000003</c:v>
                </c:pt>
                <c:pt idx="84">
                  <c:v>30385.43</c:v>
                </c:pt>
                <c:pt idx="85">
                  <c:v>39785.78</c:v>
                </c:pt>
                <c:pt idx="86">
                  <c:v>17533.89</c:v>
                </c:pt>
                <c:pt idx="87">
                  <c:v>41080.1</c:v>
                </c:pt>
                <c:pt idx="88">
                  <c:v>53277.73</c:v>
                </c:pt>
                <c:pt idx="89">
                  <c:v>37286.230000000003</c:v>
                </c:pt>
                <c:pt idx="90">
                  <c:v>10386.6</c:v>
                </c:pt>
                <c:pt idx="91">
                  <c:v>19078.830000000002</c:v>
                </c:pt>
                <c:pt idx="92">
                  <c:v>15329.6</c:v>
                </c:pt>
                <c:pt idx="93">
                  <c:v>6543.49</c:v>
                </c:pt>
                <c:pt idx="94">
                  <c:v>42320.55</c:v>
                </c:pt>
                <c:pt idx="95">
                  <c:v>38850.080000000002</c:v>
                </c:pt>
                <c:pt idx="96">
                  <c:v>18652.240000000002</c:v>
                </c:pt>
                <c:pt idx="97">
                  <c:v>6102.85</c:v>
                </c:pt>
                <c:pt idx="98">
                  <c:v>24965.34</c:v>
                </c:pt>
                <c:pt idx="99">
                  <c:v>3561.38</c:v>
                </c:pt>
                <c:pt idx="100">
                  <c:v>34017.96</c:v>
                </c:pt>
                <c:pt idx="101">
                  <c:v>8721.93</c:v>
                </c:pt>
                <c:pt idx="102">
                  <c:v>54508.74</c:v>
                </c:pt>
                <c:pt idx="103">
                  <c:v>48093.74</c:v>
                </c:pt>
                <c:pt idx="104">
                  <c:v>52147.92</c:v>
                </c:pt>
                <c:pt idx="105">
                  <c:v>2557.2399999999998</c:v>
                </c:pt>
                <c:pt idx="106">
                  <c:v>2881.24</c:v>
                </c:pt>
                <c:pt idx="107">
                  <c:v>20547.330000000002</c:v>
                </c:pt>
                <c:pt idx="108">
                  <c:v>3402.5</c:v>
                </c:pt>
                <c:pt idx="109">
                  <c:v>43630.239999999998</c:v>
                </c:pt>
                <c:pt idx="110">
                  <c:v>12253.18</c:v>
                </c:pt>
                <c:pt idx="111">
                  <c:v>23202.93</c:v>
                </c:pt>
                <c:pt idx="112">
                  <c:v>48096.56</c:v>
                </c:pt>
                <c:pt idx="113">
                  <c:v>42546.82</c:v>
                </c:pt>
                <c:pt idx="114">
                  <c:v>53954.65</c:v>
                </c:pt>
                <c:pt idx="115">
                  <c:v>17699.97</c:v>
                </c:pt>
                <c:pt idx="116">
                  <c:v>15390.31</c:v>
                </c:pt>
                <c:pt idx="117">
                  <c:v>15036.28</c:v>
                </c:pt>
                <c:pt idx="118">
                  <c:v>54899.21</c:v>
                </c:pt>
                <c:pt idx="119">
                  <c:v>2265</c:v>
                </c:pt>
                <c:pt idx="120">
                  <c:v>35901.06</c:v>
                </c:pt>
                <c:pt idx="121">
                  <c:v>54850.8</c:v>
                </c:pt>
                <c:pt idx="122">
                  <c:v>43756.45</c:v>
                </c:pt>
                <c:pt idx="123">
                  <c:v>20605.66</c:v>
                </c:pt>
                <c:pt idx="124">
                  <c:v>45372</c:v>
                </c:pt>
                <c:pt idx="125">
                  <c:v>10416.99</c:v>
                </c:pt>
                <c:pt idx="126">
                  <c:v>19358.259999999998</c:v>
                </c:pt>
                <c:pt idx="127">
                  <c:v>2977.67</c:v>
                </c:pt>
                <c:pt idx="128">
                  <c:v>26820.49</c:v>
                </c:pt>
                <c:pt idx="129">
                  <c:v>19040.490000000002</c:v>
                </c:pt>
                <c:pt idx="130">
                  <c:v>13674.71</c:v>
                </c:pt>
                <c:pt idx="131">
                  <c:v>14030.73</c:v>
                </c:pt>
                <c:pt idx="132">
                  <c:v>5407.68</c:v>
                </c:pt>
                <c:pt idx="133">
                  <c:v>16073.29</c:v>
                </c:pt>
                <c:pt idx="134">
                  <c:v>31580.35</c:v>
                </c:pt>
                <c:pt idx="135">
                  <c:v>6975.2</c:v>
                </c:pt>
                <c:pt idx="136">
                  <c:v>51259.6</c:v>
                </c:pt>
                <c:pt idx="137">
                  <c:v>16838.59</c:v>
                </c:pt>
                <c:pt idx="138">
                  <c:v>33031.57</c:v>
                </c:pt>
                <c:pt idx="139">
                  <c:v>45280.54</c:v>
                </c:pt>
                <c:pt idx="140">
                  <c:v>22865.57</c:v>
                </c:pt>
                <c:pt idx="141">
                  <c:v>17599.52</c:v>
                </c:pt>
                <c:pt idx="142">
                  <c:v>12755.25</c:v>
                </c:pt>
                <c:pt idx="143">
                  <c:v>31754.49</c:v>
                </c:pt>
                <c:pt idx="144">
                  <c:v>36250.480000000003</c:v>
                </c:pt>
                <c:pt idx="145">
                  <c:v>782.39</c:v>
                </c:pt>
                <c:pt idx="146">
                  <c:v>49982.559999999998</c:v>
                </c:pt>
                <c:pt idx="147">
                  <c:v>51545.18</c:v>
                </c:pt>
                <c:pt idx="148">
                  <c:v>29075.360000000001</c:v>
                </c:pt>
                <c:pt idx="149">
                  <c:v>36974.44</c:v>
                </c:pt>
                <c:pt idx="150">
                  <c:v>37891.01</c:v>
                </c:pt>
                <c:pt idx="151">
                  <c:v>41251.550000000003</c:v>
                </c:pt>
                <c:pt idx="152">
                  <c:v>29140.11</c:v>
                </c:pt>
                <c:pt idx="153">
                  <c:v>18382.41</c:v>
                </c:pt>
                <c:pt idx="154">
                  <c:v>7690.97</c:v>
                </c:pt>
                <c:pt idx="155">
                  <c:v>4480.1099999999997</c:v>
                </c:pt>
                <c:pt idx="156">
                  <c:v>20908.12</c:v>
                </c:pt>
                <c:pt idx="157">
                  <c:v>21921.7</c:v>
                </c:pt>
                <c:pt idx="158">
                  <c:v>45373.14</c:v>
                </c:pt>
                <c:pt idx="159">
                  <c:v>34013.31</c:v>
                </c:pt>
                <c:pt idx="160">
                  <c:v>13838.01</c:v>
                </c:pt>
                <c:pt idx="161">
                  <c:v>13261.8</c:v>
                </c:pt>
                <c:pt idx="162">
                  <c:v>38448.81</c:v>
                </c:pt>
                <c:pt idx="163">
                  <c:v>44414.8</c:v>
                </c:pt>
                <c:pt idx="164">
                  <c:v>46668.77</c:v>
                </c:pt>
                <c:pt idx="165">
                  <c:v>38411.629999999997</c:v>
                </c:pt>
                <c:pt idx="166">
                  <c:v>17309.009999999998</c:v>
                </c:pt>
                <c:pt idx="167">
                  <c:v>47592.62</c:v>
                </c:pt>
                <c:pt idx="168">
                  <c:v>18477.66</c:v>
                </c:pt>
                <c:pt idx="169">
                  <c:v>40436.089999999997</c:v>
                </c:pt>
                <c:pt idx="170">
                  <c:v>25352.53</c:v>
                </c:pt>
                <c:pt idx="171">
                  <c:v>29697.73</c:v>
                </c:pt>
                <c:pt idx="172">
                  <c:v>14256.79</c:v>
                </c:pt>
                <c:pt idx="173">
                  <c:v>37780.269999999997</c:v>
                </c:pt>
                <c:pt idx="174">
                  <c:v>5006.3900000000003</c:v>
                </c:pt>
                <c:pt idx="175">
                  <c:v>50866.68</c:v>
                </c:pt>
                <c:pt idx="176">
                  <c:v>51123.68</c:v>
                </c:pt>
                <c:pt idx="177">
                  <c:v>27793.21</c:v>
                </c:pt>
                <c:pt idx="178">
                  <c:v>2114.6</c:v>
                </c:pt>
                <c:pt idx="179">
                  <c:v>5170.33</c:v>
                </c:pt>
                <c:pt idx="180">
                  <c:v>1172.56</c:v>
                </c:pt>
                <c:pt idx="181">
                  <c:v>16911.650000000001</c:v>
                </c:pt>
                <c:pt idx="182">
                  <c:v>44322.17</c:v>
                </c:pt>
                <c:pt idx="183">
                  <c:v>17622.990000000002</c:v>
                </c:pt>
                <c:pt idx="184">
                  <c:v>6706.89</c:v>
                </c:pt>
                <c:pt idx="185">
                  <c:v>45133.62</c:v>
                </c:pt>
                <c:pt idx="186">
                  <c:v>24974.14</c:v>
                </c:pt>
                <c:pt idx="187">
                  <c:v>35280.83</c:v>
                </c:pt>
                <c:pt idx="188">
                  <c:v>53191.21</c:v>
                </c:pt>
                <c:pt idx="189">
                  <c:v>37977.71</c:v>
                </c:pt>
                <c:pt idx="190">
                  <c:v>6197.94</c:v>
                </c:pt>
                <c:pt idx="191">
                  <c:v>26450.86</c:v>
                </c:pt>
                <c:pt idx="192">
                  <c:v>37404.089999999997</c:v>
                </c:pt>
                <c:pt idx="193">
                  <c:v>10658.09</c:v>
                </c:pt>
                <c:pt idx="194">
                  <c:v>29260.47</c:v>
                </c:pt>
                <c:pt idx="195">
                  <c:v>28339.96</c:v>
                </c:pt>
                <c:pt idx="196">
                  <c:v>9594.17</c:v>
                </c:pt>
                <c:pt idx="197">
                  <c:v>11134.5</c:v>
                </c:pt>
                <c:pt idx="198">
                  <c:v>16418.900000000001</c:v>
                </c:pt>
                <c:pt idx="199">
                  <c:v>31712.92</c:v>
                </c:pt>
                <c:pt idx="200">
                  <c:v>16725.14</c:v>
                </c:pt>
                <c:pt idx="201">
                  <c:v>38057.78</c:v>
                </c:pt>
                <c:pt idx="202">
                  <c:v>33028.74</c:v>
                </c:pt>
                <c:pt idx="203">
                  <c:v>52971.07</c:v>
                </c:pt>
                <c:pt idx="204">
                  <c:v>27175.5</c:v>
                </c:pt>
                <c:pt idx="205">
                  <c:v>38361.35</c:v>
                </c:pt>
                <c:pt idx="206">
                  <c:v>35098.81</c:v>
                </c:pt>
                <c:pt idx="207">
                  <c:v>18907.66</c:v>
                </c:pt>
                <c:pt idx="208">
                  <c:v>24550.080000000002</c:v>
                </c:pt>
                <c:pt idx="209">
                  <c:v>12131.45</c:v>
                </c:pt>
                <c:pt idx="210">
                  <c:v>26534.66</c:v>
                </c:pt>
                <c:pt idx="211">
                  <c:v>35465.9</c:v>
                </c:pt>
                <c:pt idx="212">
                  <c:v>52997.05</c:v>
                </c:pt>
                <c:pt idx="213">
                  <c:v>42953.85</c:v>
                </c:pt>
                <c:pt idx="214">
                  <c:v>43217.19</c:v>
                </c:pt>
                <c:pt idx="215">
                  <c:v>51398.879999999997</c:v>
                </c:pt>
                <c:pt idx="216">
                  <c:v>1251.74</c:v>
                </c:pt>
                <c:pt idx="217">
                  <c:v>38748.68</c:v>
                </c:pt>
                <c:pt idx="218">
                  <c:v>18307.89</c:v>
                </c:pt>
                <c:pt idx="219">
                  <c:v>33681.370000000003</c:v>
                </c:pt>
                <c:pt idx="220">
                  <c:v>9599.48</c:v>
                </c:pt>
                <c:pt idx="221">
                  <c:v>34700.54</c:v>
                </c:pt>
                <c:pt idx="222">
                  <c:v>51248.22</c:v>
                </c:pt>
                <c:pt idx="223">
                  <c:v>18337.900000000001</c:v>
                </c:pt>
                <c:pt idx="224">
                  <c:v>25784</c:v>
                </c:pt>
                <c:pt idx="225">
                  <c:v>52328.97</c:v>
                </c:pt>
                <c:pt idx="226">
                  <c:v>5569.95</c:v>
                </c:pt>
                <c:pt idx="227">
                  <c:v>32758.32</c:v>
                </c:pt>
                <c:pt idx="228">
                  <c:v>17834.150000000001</c:v>
                </c:pt>
                <c:pt idx="229">
                  <c:v>17614.810000000001</c:v>
                </c:pt>
                <c:pt idx="230">
                  <c:v>37406.49</c:v>
                </c:pt>
                <c:pt idx="231">
                  <c:v>44312.37</c:v>
                </c:pt>
                <c:pt idx="232">
                  <c:v>32236.65</c:v>
                </c:pt>
                <c:pt idx="233">
                  <c:v>2826.95</c:v>
                </c:pt>
                <c:pt idx="234">
                  <c:v>12202.03</c:v>
                </c:pt>
                <c:pt idx="235">
                  <c:v>27689.59</c:v>
                </c:pt>
                <c:pt idx="236">
                  <c:v>34876.11</c:v>
                </c:pt>
                <c:pt idx="237">
                  <c:v>21666.78</c:v>
                </c:pt>
                <c:pt idx="238">
                  <c:v>46634.53</c:v>
                </c:pt>
                <c:pt idx="239">
                  <c:v>2037.26</c:v>
                </c:pt>
                <c:pt idx="240">
                  <c:v>13177.97</c:v>
                </c:pt>
                <c:pt idx="241">
                  <c:v>50573.55</c:v>
                </c:pt>
                <c:pt idx="242">
                  <c:v>20860.7</c:v>
                </c:pt>
                <c:pt idx="243">
                  <c:v>35880.32</c:v>
                </c:pt>
                <c:pt idx="244">
                  <c:v>6174.01</c:v>
                </c:pt>
                <c:pt idx="245">
                  <c:v>24841.33</c:v>
                </c:pt>
                <c:pt idx="246">
                  <c:v>24383</c:v>
                </c:pt>
                <c:pt idx="247">
                  <c:v>19128.55</c:v>
                </c:pt>
                <c:pt idx="248">
                  <c:v>51863.1</c:v>
                </c:pt>
                <c:pt idx="249">
                  <c:v>39851.08</c:v>
                </c:pt>
                <c:pt idx="250">
                  <c:v>3470.51</c:v>
                </c:pt>
                <c:pt idx="251">
                  <c:v>53749.64</c:v>
                </c:pt>
                <c:pt idx="252">
                  <c:v>3859.35</c:v>
                </c:pt>
                <c:pt idx="253">
                  <c:v>45103.08</c:v>
                </c:pt>
                <c:pt idx="254">
                  <c:v>49574.8</c:v>
                </c:pt>
                <c:pt idx="255">
                  <c:v>4771.08</c:v>
                </c:pt>
                <c:pt idx="256">
                  <c:v>21651.4</c:v>
                </c:pt>
                <c:pt idx="257">
                  <c:v>8576.89</c:v>
                </c:pt>
                <c:pt idx="258">
                  <c:v>31675.27</c:v>
                </c:pt>
                <c:pt idx="259">
                  <c:v>22070.7</c:v>
                </c:pt>
                <c:pt idx="260">
                  <c:v>33471.360000000001</c:v>
                </c:pt>
                <c:pt idx="261">
                  <c:v>43636.23</c:v>
                </c:pt>
                <c:pt idx="262">
                  <c:v>14097.22</c:v>
                </c:pt>
                <c:pt idx="263">
                  <c:v>37624</c:v>
                </c:pt>
                <c:pt idx="264">
                  <c:v>35782.199999999997</c:v>
                </c:pt>
                <c:pt idx="265">
                  <c:v>35781.75</c:v>
                </c:pt>
                <c:pt idx="266">
                  <c:v>900.44</c:v>
                </c:pt>
                <c:pt idx="267">
                  <c:v>14732.51</c:v>
                </c:pt>
                <c:pt idx="268">
                  <c:v>37601.19</c:v>
                </c:pt>
                <c:pt idx="269">
                  <c:v>44972.800000000003</c:v>
                </c:pt>
                <c:pt idx="270">
                  <c:v>5819.37</c:v>
                </c:pt>
                <c:pt idx="271">
                  <c:v>43450.93</c:v>
                </c:pt>
                <c:pt idx="272">
                  <c:v>22800.959999999999</c:v>
                </c:pt>
                <c:pt idx="273">
                  <c:v>756.89</c:v>
                </c:pt>
                <c:pt idx="274">
                  <c:v>1476.43</c:v>
                </c:pt>
                <c:pt idx="275">
                  <c:v>4058.14</c:v>
                </c:pt>
                <c:pt idx="276">
                  <c:v>32638.26</c:v>
                </c:pt>
                <c:pt idx="277">
                  <c:v>36577.360000000001</c:v>
                </c:pt>
                <c:pt idx="278">
                  <c:v>11699.47</c:v>
                </c:pt>
                <c:pt idx="279">
                  <c:v>53535.02</c:v>
                </c:pt>
                <c:pt idx="280">
                  <c:v>13280.54</c:v>
                </c:pt>
                <c:pt idx="281">
                  <c:v>49810.48</c:v>
                </c:pt>
                <c:pt idx="282">
                  <c:v>20131.7</c:v>
                </c:pt>
                <c:pt idx="283">
                  <c:v>18412.02</c:v>
                </c:pt>
                <c:pt idx="284">
                  <c:v>38099.68</c:v>
                </c:pt>
                <c:pt idx="285">
                  <c:v>44223.43</c:v>
                </c:pt>
                <c:pt idx="286">
                  <c:v>26827.84</c:v>
                </c:pt>
                <c:pt idx="287">
                  <c:v>42330.32</c:v>
                </c:pt>
                <c:pt idx="288">
                  <c:v>8601.67</c:v>
                </c:pt>
                <c:pt idx="289">
                  <c:v>13628.6</c:v>
                </c:pt>
                <c:pt idx="290">
                  <c:v>5297.08</c:v>
                </c:pt>
                <c:pt idx="291">
                  <c:v>509.25</c:v>
                </c:pt>
                <c:pt idx="292">
                  <c:v>31028.22</c:v>
                </c:pt>
                <c:pt idx="293">
                  <c:v>45728.67</c:v>
                </c:pt>
                <c:pt idx="294">
                  <c:v>6329.4</c:v>
                </c:pt>
                <c:pt idx="295">
                  <c:v>30650.83</c:v>
                </c:pt>
                <c:pt idx="296">
                  <c:v>48535.79</c:v>
                </c:pt>
                <c:pt idx="297">
                  <c:v>53982.78</c:v>
                </c:pt>
                <c:pt idx="298">
                  <c:v>37246.269999999997</c:v>
                </c:pt>
                <c:pt idx="299">
                  <c:v>11394.68</c:v>
                </c:pt>
                <c:pt idx="300">
                  <c:v>6085.16</c:v>
                </c:pt>
                <c:pt idx="301">
                  <c:v>52640.26</c:v>
                </c:pt>
                <c:pt idx="302">
                  <c:v>41653.370000000003</c:v>
                </c:pt>
                <c:pt idx="303">
                  <c:v>7004.78</c:v>
                </c:pt>
                <c:pt idx="304">
                  <c:v>27235.03</c:v>
                </c:pt>
                <c:pt idx="305">
                  <c:v>52291.8</c:v>
                </c:pt>
                <c:pt idx="306">
                  <c:v>52759.88</c:v>
                </c:pt>
                <c:pt idx="307">
                  <c:v>28529.84</c:v>
                </c:pt>
                <c:pt idx="308">
                  <c:v>29559.72</c:v>
                </c:pt>
                <c:pt idx="309">
                  <c:v>41205.550000000003</c:v>
                </c:pt>
                <c:pt idx="310">
                  <c:v>29648.47</c:v>
                </c:pt>
                <c:pt idx="311">
                  <c:v>15842.7</c:v>
                </c:pt>
                <c:pt idx="312">
                  <c:v>16576.330000000002</c:v>
                </c:pt>
                <c:pt idx="313">
                  <c:v>9272.01</c:v>
                </c:pt>
                <c:pt idx="314">
                  <c:v>4486.38</c:v>
                </c:pt>
                <c:pt idx="315">
                  <c:v>5952.46</c:v>
                </c:pt>
                <c:pt idx="316">
                  <c:v>8805.5300000000007</c:v>
                </c:pt>
                <c:pt idx="317">
                  <c:v>15579.05</c:v>
                </c:pt>
                <c:pt idx="318">
                  <c:v>10079.469999999999</c:v>
                </c:pt>
                <c:pt idx="319">
                  <c:v>49119.73</c:v>
                </c:pt>
                <c:pt idx="320">
                  <c:v>20437.12</c:v>
                </c:pt>
                <c:pt idx="321">
                  <c:v>46715.01</c:v>
                </c:pt>
                <c:pt idx="322">
                  <c:v>46000.54</c:v>
                </c:pt>
                <c:pt idx="323">
                  <c:v>53510.74</c:v>
                </c:pt>
                <c:pt idx="324">
                  <c:v>13034.5</c:v>
                </c:pt>
                <c:pt idx="325">
                  <c:v>23096.45</c:v>
                </c:pt>
                <c:pt idx="326">
                  <c:v>13780.03</c:v>
                </c:pt>
                <c:pt idx="327">
                  <c:v>33164.980000000003</c:v>
                </c:pt>
                <c:pt idx="328">
                  <c:v>33245.71</c:v>
                </c:pt>
                <c:pt idx="329">
                  <c:v>7705.62</c:v>
                </c:pt>
                <c:pt idx="330">
                  <c:v>23427.279999999999</c:v>
                </c:pt>
                <c:pt idx="331">
                  <c:v>5825.57</c:v>
                </c:pt>
                <c:pt idx="332">
                  <c:v>798.09</c:v>
                </c:pt>
                <c:pt idx="333">
                  <c:v>14322.98</c:v>
                </c:pt>
                <c:pt idx="334">
                  <c:v>24839.42</c:v>
                </c:pt>
                <c:pt idx="335">
                  <c:v>1083.72</c:v>
                </c:pt>
                <c:pt idx="336">
                  <c:v>28716.98</c:v>
                </c:pt>
                <c:pt idx="337">
                  <c:v>25284.37</c:v>
                </c:pt>
                <c:pt idx="338">
                  <c:v>52112.34</c:v>
                </c:pt>
                <c:pt idx="339">
                  <c:v>37646.910000000003</c:v>
                </c:pt>
                <c:pt idx="340">
                  <c:v>44108.800000000003</c:v>
                </c:pt>
                <c:pt idx="341">
                  <c:v>30723.06</c:v>
                </c:pt>
                <c:pt idx="342">
                  <c:v>40672.620000000003</c:v>
                </c:pt>
                <c:pt idx="343">
                  <c:v>7033.38</c:v>
                </c:pt>
                <c:pt idx="344">
                  <c:v>10466.52</c:v>
                </c:pt>
                <c:pt idx="345">
                  <c:v>21178.83</c:v>
                </c:pt>
                <c:pt idx="346">
                  <c:v>20442.87</c:v>
                </c:pt>
                <c:pt idx="347">
                  <c:v>7647.08</c:v>
                </c:pt>
                <c:pt idx="348">
                  <c:v>25017.09</c:v>
                </c:pt>
                <c:pt idx="349">
                  <c:v>19634.43</c:v>
                </c:pt>
                <c:pt idx="350">
                  <c:v>48984.97</c:v>
                </c:pt>
                <c:pt idx="351">
                  <c:v>4811.6000000000004</c:v>
                </c:pt>
                <c:pt idx="352">
                  <c:v>41260.300000000003</c:v>
                </c:pt>
                <c:pt idx="353">
                  <c:v>11976.15</c:v>
                </c:pt>
                <c:pt idx="354">
                  <c:v>14803.65</c:v>
                </c:pt>
                <c:pt idx="355">
                  <c:v>29207.46</c:v>
                </c:pt>
                <c:pt idx="356">
                  <c:v>7863.76</c:v>
                </c:pt>
                <c:pt idx="357">
                  <c:v>44356.57</c:v>
                </c:pt>
                <c:pt idx="358">
                  <c:v>16128.54</c:v>
                </c:pt>
                <c:pt idx="359">
                  <c:v>30377.56</c:v>
                </c:pt>
                <c:pt idx="360">
                  <c:v>14832.43</c:v>
                </c:pt>
                <c:pt idx="361">
                  <c:v>6514.42</c:v>
                </c:pt>
                <c:pt idx="362">
                  <c:v>53492.13</c:v>
                </c:pt>
                <c:pt idx="363">
                  <c:v>23403.24</c:v>
                </c:pt>
                <c:pt idx="364">
                  <c:v>13970.34</c:v>
                </c:pt>
                <c:pt idx="365">
                  <c:v>53543.44</c:v>
                </c:pt>
                <c:pt idx="366">
                  <c:v>53301.5</c:v>
                </c:pt>
                <c:pt idx="367">
                  <c:v>51231.26</c:v>
                </c:pt>
                <c:pt idx="368">
                  <c:v>54001.33</c:v>
                </c:pt>
                <c:pt idx="369">
                  <c:v>39011.120000000003</c:v>
                </c:pt>
                <c:pt idx="370">
                  <c:v>42787.53</c:v>
                </c:pt>
                <c:pt idx="371">
                  <c:v>36376.769999999997</c:v>
                </c:pt>
                <c:pt idx="372">
                  <c:v>6520.3</c:v>
                </c:pt>
                <c:pt idx="373">
                  <c:v>31620.16</c:v>
                </c:pt>
                <c:pt idx="374">
                  <c:v>51098</c:v>
                </c:pt>
                <c:pt idx="375">
                  <c:v>29331.64</c:v>
                </c:pt>
                <c:pt idx="376">
                  <c:v>10825.59</c:v>
                </c:pt>
                <c:pt idx="377">
                  <c:v>48613.91</c:v>
                </c:pt>
                <c:pt idx="378">
                  <c:v>52910.02</c:v>
                </c:pt>
                <c:pt idx="379">
                  <c:v>54149.5</c:v>
                </c:pt>
                <c:pt idx="380">
                  <c:v>25590.15</c:v>
                </c:pt>
                <c:pt idx="381">
                  <c:v>31514.04</c:v>
                </c:pt>
                <c:pt idx="382">
                  <c:v>32940.1</c:v>
                </c:pt>
                <c:pt idx="383">
                  <c:v>41248.49</c:v>
                </c:pt>
                <c:pt idx="384">
                  <c:v>27880.89</c:v>
                </c:pt>
                <c:pt idx="385">
                  <c:v>43357.07</c:v>
                </c:pt>
                <c:pt idx="386">
                  <c:v>22219.72</c:v>
                </c:pt>
                <c:pt idx="387">
                  <c:v>34071.83</c:v>
                </c:pt>
                <c:pt idx="388">
                  <c:v>23582.959999999999</c:v>
                </c:pt>
                <c:pt idx="389">
                  <c:v>34463.43</c:v>
                </c:pt>
                <c:pt idx="390">
                  <c:v>13746.13</c:v>
                </c:pt>
                <c:pt idx="391">
                  <c:v>40830.71</c:v>
                </c:pt>
                <c:pt idx="392">
                  <c:v>49879.199999999997</c:v>
                </c:pt>
                <c:pt idx="393">
                  <c:v>25840.36</c:v>
                </c:pt>
                <c:pt idx="394">
                  <c:v>50986.07</c:v>
                </c:pt>
                <c:pt idx="395">
                  <c:v>19868.11</c:v>
                </c:pt>
                <c:pt idx="396">
                  <c:v>19127.349999999999</c:v>
                </c:pt>
                <c:pt idx="397">
                  <c:v>10535.37</c:v>
                </c:pt>
                <c:pt idx="398">
                  <c:v>42961.38</c:v>
                </c:pt>
                <c:pt idx="399">
                  <c:v>13153.95</c:v>
                </c:pt>
                <c:pt idx="400">
                  <c:v>10526.72</c:v>
                </c:pt>
                <c:pt idx="401">
                  <c:v>52285.79</c:v>
                </c:pt>
                <c:pt idx="402">
                  <c:v>48873.49</c:v>
                </c:pt>
                <c:pt idx="403">
                  <c:v>30894.7</c:v>
                </c:pt>
                <c:pt idx="404">
                  <c:v>16545.88</c:v>
                </c:pt>
                <c:pt idx="405">
                  <c:v>21922.14</c:v>
                </c:pt>
                <c:pt idx="406">
                  <c:v>18162.080000000002</c:v>
                </c:pt>
                <c:pt idx="407">
                  <c:v>47850.61</c:v>
                </c:pt>
                <c:pt idx="408">
                  <c:v>32593</c:v>
                </c:pt>
                <c:pt idx="409">
                  <c:v>34760.629999999997</c:v>
                </c:pt>
                <c:pt idx="410">
                  <c:v>16765.060000000001</c:v>
                </c:pt>
                <c:pt idx="411">
                  <c:v>31689.4</c:v>
                </c:pt>
                <c:pt idx="412">
                  <c:v>41835.089999999997</c:v>
                </c:pt>
                <c:pt idx="413">
                  <c:v>29093.22</c:v>
                </c:pt>
                <c:pt idx="414">
                  <c:v>23774.42</c:v>
                </c:pt>
                <c:pt idx="415">
                  <c:v>44534.93</c:v>
                </c:pt>
                <c:pt idx="416">
                  <c:v>38105.93</c:v>
                </c:pt>
                <c:pt idx="417">
                  <c:v>19104.21</c:v>
                </c:pt>
                <c:pt idx="418">
                  <c:v>26741.51</c:v>
                </c:pt>
                <c:pt idx="419">
                  <c:v>30757.16</c:v>
                </c:pt>
                <c:pt idx="420">
                  <c:v>46411.11</c:v>
                </c:pt>
                <c:pt idx="421">
                  <c:v>50277.78</c:v>
                </c:pt>
                <c:pt idx="422">
                  <c:v>42436.74</c:v>
                </c:pt>
                <c:pt idx="423">
                  <c:v>51312.39</c:v>
                </c:pt>
                <c:pt idx="424">
                  <c:v>31977.01</c:v>
                </c:pt>
                <c:pt idx="425">
                  <c:v>15359.65</c:v>
                </c:pt>
                <c:pt idx="426">
                  <c:v>17857.43</c:v>
                </c:pt>
                <c:pt idx="427">
                  <c:v>7589.03</c:v>
                </c:pt>
                <c:pt idx="428">
                  <c:v>53565.66</c:v>
                </c:pt>
                <c:pt idx="429">
                  <c:v>27069.119999999999</c:v>
                </c:pt>
                <c:pt idx="430">
                  <c:v>31819.97</c:v>
                </c:pt>
                <c:pt idx="431">
                  <c:v>32684.21</c:v>
                </c:pt>
                <c:pt idx="432">
                  <c:v>31413.01</c:v>
                </c:pt>
                <c:pt idx="433">
                  <c:v>5822.14</c:v>
                </c:pt>
                <c:pt idx="434">
                  <c:v>27439.09</c:v>
                </c:pt>
                <c:pt idx="435">
                  <c:v>54470.76</c:v>
                </c:pt>
                <c:pt idx="436">
                  <c:v>45231.05</c:v>
                </c:pt>
                <c:pt idx="437">
                  <c:v>22628.78</c:v>
                </c:pt>
                <c:pt idx="438">
                  <c:v>16221.66</c:v>
                </c:pt>
                <c:pt idx="439">
                  <c:v>5114.16</c:v>
                </c:pt>
                <c:pt idx="440">
                  <c:v>19864.240000000002</c:v>
                </c:pt>
                <c:pt idx="441">
                  <c:v>53813.72</c:v>
                </c:pt>
                <c:pt idx="442">
                  <c:v>54105.06</c:v>
                </c:pt>
                <c:pt idx="443">
                  <c:v>43996.35</c:v>
                </c:pt>
                <c:pt idx="444">
                  <c:v>23445.38</c:v>
                </c:pt>
                <c:pt idx="445">
                  <c:v>32008.69</c:v>
                </c:pt>
                <c:pt idx="446">
                  <c:v>7723.36</c:v>
                </c:pt>
                <c:pt idx="447">
                  <c:v>51399.83</c:v>
                </c:pt>
                <c:pt idx="448">
                  <c:v>3460.76</c:v>
                </c:pt>
                <c:pt idx="449">
                  <c:v>21199.14</c:v>
                </c:pt>
                <c:pt idx="450">
                  <c:v>44226.239999999998</c:v>
                </c:pt>
                <c:pt idx="451">
                  <c:v>30344.880000000001</c:v>
                </c:pt>
                <c:pt idx="452">
                  <c:v>40026.160000000003</c:v>
                </c:pt>
                <c:pt idx="453">
                  <c:v>35275.519999999997</c:v>
                </c:pt>
                <c:pt idx="454">
                  <c:v>14306.8</c:v>
                </c:pt>
                <c:pt idx="455">
                  <c:v>21678.18</c:v>
                </c:pt>
                <c:pt idx="456">
                  <c:v>35678.83</c:v>
                </c:pt>
                <c:pt idx="457">
                  <c:v>4337.47</c:v>
                </c:pt>
                <c:pt idx="458">
                  <c:v>15020.79</c:v>
                </c:pt>
                <c:pt idx="459">
                  <c:v>29937.02</c:v>
                </c:pt>
                <c:pt idx="460">
                  <c:v>30718.91</c:v>
                </c:pt>
                <c:pt idx="461">
                  <c:v>8126.89</c:v>
                </c:pt>
                <c:pt idx="462">
                  <c:v>53089.98</c:v>
                </c:pt>
                <c:pt idx="463">
                  <c:v>44487.15</c:v>
                </c:pt>
                <c:pt idx="464">
                  <c:v>18885.2</c:v>
                </c:pt>
                <c:pt idx="465">
                  <c:v>9952.9</c:v>
                </c:pt>
                <c:pt idx="466">
                  <c:v>50949.32</c:v>
                </c:pt>
                <c:pt idx="467">
                  <c:v>39017.4</c:v>
                </c:pt>
                <c:pt idx="468">
                  <c:v>13539.33</c:v>
                </c:pt>
                <c:pt idx="469">
                  <c:v>30895.22</c:v>
                </c:pt>
                <c:pt idx="470">
                  <c:v>3392.26</c:v>
                </c:pt>
                <c:pt idx="471">
                  <c:v>16036.02</c:v>
                </c:pt>
                <c:pt idx="472">
                  <c:v>13038.45</c:v>
                </c:pt>
                <c:pt idx="473">
                  <c:v>32387.53</c:v>
                </c:pt>
                <c:pt idx="474">
                  <c:v>34945.15</c:v>
                </c:pt>
                <c:pt idx="475">
                  <c:v>23293.200000000001</c:v>
                </c:pt>
                <c:pt idx="476">
                  <c:v>22937.439999999999</c:v>
                </c:pt>
                <c:pt idx="477">
                  <c:v>18337.63</c:v>
                </c:pt>
                <c:pt idx="478">
                  <c:v>23700.52</c:v>
                </c:pt>
                <c:pt idx="479">
                  <c:v>47256.76</c:v>
                </c:pt>
                <c:pt idx="480">
                  <c:v>47390.85</c:v>
                </c:pt>
                <c:pt idx="481">
                  <c:v>43799.09</c:v>
                </c:pt>
                <c:pt idx="482">
                  <c:v>2727.65</c:v>
                </c:pt>
                <c:pt idx="483">
                  <c:v>47976.66</c:v>
                </c:pt>
                <c:pt idx="484">
                  <c:v>20818.349999999999</c:v>
                </c:pt>
                <c:pt idx="485">
                  <c:v>27549.919999999998</c:v>
                </c:pt>
                <c:pt idx="486">
                  <c:v>16387.669999999998</c:v>
                </c:pt>
                <c:pt idx="487">
                  <c:v>32837.97</c:v>
                </c:pt>
                <c:pt idx="488">
                  <c:v>26891.25</c:v>
                </c:pt>
                <c:pt idx="489">
                  <c:v>10434.290000000001</c:v>
                </c:pt>
                <c:pt idx="490">
                  <c:v>10555.06</c:v>
                </c:pt>
                <c:pt idx="491">
                  <c:v>35774.800000000003</c:v>
                </c:pt>
                <c:pt idx="492">
                  <c:v>8098.57</c:v>
                </c:pt>
                <c:pt idx="493">
                  <c:v>53683.25</c:v>
                </c:pt>
                <c:pt idx="494">
                  <c:v>8563.0499999999993</c:v>
                </c:pt>
                <c:pt idx="495">
                  <c:v>12255.39</c:v>
                </c:pt>
                <c:pt idx="496">
                  <c:v>5191.25</c:v>
                </c:pt>
                <c:pt idx="497">
                  <c:v>17063.330000000002</c:v>
                </c:pt>
                <c:pt idx="498">
                  <c:v>7267.64</c:v>
                </c:pt>
                <c:pt idx="499">
                  <c:v>41133.32</c:v>
                </c:pt>
                <c:pt idx="500">
                  <c:v>9375.17</c:v>
                </c:pt>
                <c:pt idx="501">
                  <c:v>3154.96</c:v>
                </c:pt>
                <c:pt idx="502">
                  <c:v>15294.51</c:v>
                </c:pt>
                <c:pt idx="503">
                  <c:v>19047.060000000001</c:v>
                </c:pt>
                <c:pt idx="504">
                  <c:v>46610.8</c:v>
                </c:pt>
                <c:pt idx="505">
                  <c:v>38162.26</c:v>
                </c:pt>
                <c:pt idx="506">
                  <c:v>37998.57</c:v>
                </c:pt>
                <c:pt idx="507">
                  <c:v>41774.699999999997</c:v>
                </c:pt>
                <c:pt idx="508">
                  <c:v>46599.45</c:v>
                </c:pt>
                <c:pt idx="509">
                  <c:v>42096.800000000003</c:v>
                </c:pt>
                <c:pt idx="510">
                  <c:v>46895.68</c:v>
                </c:pt>
                <c:pt idx="511">
                  <c:v>12901.7</c:v>
                </c:pt>
                <c:pt idx="512">
                  <c:v>39856.44</c:v>
                </c:pt>
                <c:pt idx="513">
                  <c:v>12810.1</c:v>
                </c:pt>
                <c:pt idx="514">
                  <c:v>37129.199999999997</c:v>
                </c:pt>
                <c:pt idx="515">
                  <c:v>4026.72</c:v>
                </c:pt>
                <c:pt idx="516">
                  <c:v>32853.919999999998</c:v>
                </c:pt>
                <c:pt idx="517">
                  <c:v>7159.36</c:v>
                </c:pt>
                <c:pt idx="518">
                  <c:v>53477.95</c:v>
                </c:pt>
                <c:pt idx="519">
                  <c:v>54493.78</c:v>
                </c:pt>
                <c:pt idx="520">
                  <c:v>48716.160000000003</c:v>
                </c:pt>
                <c:pt idx="521">
                  <c:v>36474.28</c:v>
                </c:pt>
                <c:pt idx="522">
                  <c:v>37368.58</c:v>
                </c:pt>
                <c:pt idx="523">
                  <c:v>25619.56</c:v>
                </c:pt>
                <c:pt idx="524">
                  <c:v>31703.360000000001</c:v>
                </c:pt>
                <c:pt idx="525">
                  <c:v>16823.89</c:v>
                </c:pt>
                <c:pt idx="526">
                  <c:v>44350.86</c:v>
                </c:pt>
                <c:pt idx="527">
                  <c:v>19428.75</c:v>
                </c:pt>
                <c:pt idx="528">
                  <c:v>25200.959999999999</c:v>
                </c:pt>
                <c:pt idx="529">
                  <c:v>44586.87</c:v>
                </c:pt>
                <c:pt idx="530">
                  <c:v>22859.18</c:v>
                </c:pt>
                <c:pt idx="531">
                  <c:v>6688.94</c:v>
                </c:pt>
                <c:pt idx="532">
                  <c:v>3515.34</c:v>
                </c:pt>
                <c:pt idx="533">
                  <c:v>13364.24</c:v>
                </c:pt>
                <c:pt idx="534">
                  <c:v>44418.37</c:v>
                </c:pt>
                <c:pt idx="535">
                  <c:v>47528.05</c:v>
                </c:pt>
                <c:pt idx="536">
                  <c:v>20283.39</c:v>
                </c:pt>
                <c:pt idx="537">
                  <c:v>16898.400000000001</c:v>
                </c:pt>
                <c:pt idx="538">
                  <c:v>19676.169999999998</c:v>
                </c:pt>
                <c:pt idx="539">
                  <c:v>11404.1</c:v>
                </c:pt>
                <c:pt idx="540">
                  <c:v>37873.56</c:v>
                </c:pt>
                <c:pt idx="541">
                  <c:v>5099.74</c:v>
                </c:pt>
                <c:pt idx="542">
                  <c:v>34651.19</c:v>
                </c:pt>
                <c:pt idx="543">
                  <c:v>5353.84</c:v>
                </c:pt>
                <c:pt idx="544">
                  <c:v>6958.92</c:v>
                </c:pt>
                <c:pt idx="545">
                  <c:v>49949.39</c:v>
                </c:pt>
                <c:pt idx="546">
                  <c:v>39376.81</c:v>
                </c:pt>
                <c:pt idx="547">
                  <c:v>54822.3</c:v>
                </c:pt>
                <c:pt idx="548">
                  <c:v>17793.8</c:v>
                </c:pt>
                <c:pt idx="549">
                  <c:v>50979.92</c:v>
                </c:pt>
                <c:pt idx="550">
                  <c:v>38974.980000000003</c:v>
                </c:pt>
                <c:pt idx="551">
                  <c:v>46598.19</c:v>
                </c:pt>
                <c:pt idx="552">
                  <c:v>1914.94</c:v>
                </c:pt>
                <c:pt idx="553">
                  <c:v>45773.11</c:v>
                </c:pt>
                <c:pt idx="554">
                  <c:v>18207.89</c:v>
                </c:pt>
                <c:pt idx="555">
                  <c:v>21285.81</c:v>
                </c:pt>
                <c:pt idx="556">
                  <c:v>16029.01</c:v>
                </c:pt>
                <c:pt idx="557">
                  <c:v>41728.74</c:v>
                </c:pt>
                <c:pt idx="558">
                  <c:v>51221.38</c:v>
                </c:pt>
                <c:pt idx="559">
                  <c:v>5649.4</c:v>
                </c:pt>
                <c:pt idx="560">
                  <c:v>10285.59</c:v>
                </c:pt>
                <c:pt idx="561">
                  <c:v>34497.67</c:v>
                </c:pt>
                <c:pt idx="562">
                  <c:v>24142.04</c:v>
                </c:pt>
                <c:pt idx="563">
                  <c:v>47316.160000000003</c:v>
                </c:pt>
                <c:pt idx="564">
                  <c:v>26332.41</c:v>
                </c:pt>
                <c:pt idx="565">
                  <c:v>16568.310000000001</c:v>
                </c:pt>
                <c:pt idx="566">
                  <c:v>40343.78</c:v>
                </c:pt>
                <c:pt idx="567">
                  <c:v>39428.82</c:v>
                </c:pt>
                <c:pt idx="568">
                  <c:v>27465.99</c:v>
                </c:pt>
                <c:pt idx="569">
                  <c:v>13149.62</c:v>
                </c:pt>
                <c:pt idx="570">
                  <c:v>43744.79</c:v>
                </c:pt>
                <c:pt idx="571">
                  <c:v>14551.31</c:v>
                </c:pt>
                <c:pt idx="572">
                  <c:v>44044.79</c:v>
                </c:pt>
                <c:pt idx="573">
                  <c:v>9058.27</c:v>
                </c:pt>
                <c:pt idx="574">
                  <c:v>53345.2</c:v>
                </c:pt>
                <c:pt idx="575">
                  <c:v>20155.07</c:v>
                </c:pt>
                <c:pt idx="576">
                  <c:v>43806.1</c:v>
                </c:pt>
                <c:pt idx="577">
                  <c:v>39824.53</c:v>
                </c:pt>
                <c:pt idx="578">
                  <c:v>48873.1</c:v>
                </c:pt>
                <c:pt idx="579">
                  <c:v>28865.599999999999</c:v>
                </c:pt>
                <c:pt idx="580">
                  <c:v>1776.48</c:v>
                </c:pt>
                <c:pt idx="581">
                  <c:v>34670.93</c:v>
                </c:pt>
                <c:pt idx="582">
                  <c:v>6234.87</c:v>
                </c:pt>
                <c:pt idx="583">
                  <c:v>23656.33</c:v>
                </c:pt>
                <c:pt idx="584">
                  <c:v>42945.95</c:v>
                </c:pt>
                <c:pt idx="585">
                  <c:v>39257.71</c:v>
                </c:pt>
                <c:pt idx="586">
                  <c:v>46951.32</c:v>
                </c:pt>
                <c:pt idx="587">
                  <c:v>16521.98</c:v>
                </c:pt>
                <c:pt idx="588">
                  <c:v>613.66999999999996</c:v>
                </c:pt>
                <c:pt idx="589">
                  <c:v>26399.9</c:v>
                </c:pt>
                <c:pt idx="590">
                  <c:v>35702.449999999997</c:v>
                </c:pt>
                <c:pt idx="591">
                  <c:v>45718.14</c:v>
                </c:pt>
                <c:pt idx="592">
                  <c:v>23114.04</c:v>
                </c:pt>
                <c:pt idx="593">
                  <c:v>14427.72</c:v>
                </c:pt>
                <c:pt idx="594">
                  <c:v>16742.330000000002</c:v>
                </c:pt>
                <c:pt idx="595">
                  <c:v>41491.29</c:v>
                </c:pt>
                <c:pt idx="596">
                  <c:v>17101.400000000001</c:v>
                </c:pt>
                <c:pt idx="597">
                  <c:v>25119.94</c:v>
                </c:pt>
                <c:pt idx="598">
                  <c:v>54958.68</c:v>
                </c:pt>
                <c:pt idx="599">
                  <c:v>45762.15</c:v>
                </c:pt>
                <c:pt idx="600">
                  <c:v>53890.400000000001</c:v>
                </c:pt>
                <c:pt idx="601">
                  <c:v>35731.160000000003</c:v>
                </c:pt>
                <c:pt idx="602">
                  <c:v>29828.16</c:v>
                </c:pt>
                <c:pt idx="603">
                  <c:v>46233.45</c:v>
                </c:pt>
                <c:pt idx="604">
                  <c:v>37590.21</c:v>
                </c:pt>
                <c:pt idx="605">
                  <c:v>2505.38</c:v>
                </c:pt>
                <c:pt idx="606">
                  <c:v>40224.99</c:v>
                </c:pt>
                <c:pt idx="607">
                  <c:v>47035.360000000001</c:v>
                </c:pt>
                <c:pt idx="608">
                  <c:v>3059.57</c:v>
                </c:pt>
                <c:pt idx="609">
                  <c:v>53806.21</c:v>
                </c:pt>
                <c:pt idx="610">
                  <c:v>26658.17</c:v>
                </c:pt>
                <c:pt idx="611">
                  <c:v>28822.29</c:v>
                </c:pt>
                <c:pt idx="612">
                  <c:v>49009.56</c:v>
                </c:pt>
                <c:pt idx="613">
                  <c:v>37427.26</c:v>
                </c:pt>
                <c:pt idx="614">
                  <c:v>6096.59</c:v>
                </c:pt>
                <c:pt idx="615">
                  <c:v>10632.83</c:v>
                </c:pt>
                <c:pt idx="616">
                  <c:v>32309.79</c:v>
                </c:pt>
                <c:pt idx="617">
                  <c:v>19114.580000000002</c:v>
                </c:pt>
                <c:pt idx="618">
                  <c:v>6214.21</c:v>
                </c:pt>
                <c:pt idx="619">
                  <c:v>44496.29</c:v>
                </c:pt>
                <c:pt idx="620">
                  <c:v>8260.91</c:v>
                </c:pt>
                <c:pt idx="621">
                  <c:v>19020.05</c:v>
                </c:pt>
                <c:pt idx="622">
                  <c:v>53752.05</c:v>
                </c:pt>
                <c:pt idx="623">
                  <c:v>48070.41</c:v>
                </c:pt>
                <c:pt idx="624">
                  <c:v>20897.5</c:v>
                </c:pt>
                <c:pt idx="625">
                  <c:v>32174.67</c:v>
                </c:pt>
                <c:pt idx="626">
                  <c:v>48934.64</c:v>
                </c:pt>
                <c:pt idx="627">
                  <c:v>19660.830000000002</c:v>
                </c:pt>
                <c:pt idx="628">
                  <c:v>15379.56</c:v>
                </c:pt>
                <c:pt idx="629">
                  <c:v>30292.53</c:v>
                </c:pt>
                <c:pt idx="630">
                  <c:v>965.1</c:v>
                </c:pt>
                <c:pt idx="631">
                  <c:v>54415.47</c:v>
                </c:pt>
                <c:pt idx="632">
                  <c:v>39876.81</c:v>
                </c:pt>
                <c:pt idx="633">
                  <c:v>25023.47</c:v>
                </c:pt>
                <c:pt idx="634">
                  <c:v>31466.400000000001</c:v>
                </c:pt>
                <c:pt idx="635">
                  <c:v>31538.57</c:v>
                </c:pt>
                <c:pt idx="636">
                  <c:v>10674.72</c:v>
                </c:pt>
                <c:pt idx="637">
                  <c:v>28759.98</c:v>
                </c:pt>
                <c:pt idx="638">
                  <c:v>21700.11</c:v>
                </c:pt>
                <c:pt idx="639">
                  <c:v>27884.89</c:v>
                </c:pt>
                <c:pt idx="640">
                  <c:v>18424.580000000002</c:v>
                </c:pt>
                <c:pt idx="641">
                  <c:v>38667.25</c:v>
                </c:pt>
                <c:pt idx="642">
                  <c:v>21464.240000000002</c:v>
                </c:pt>
                <c:pt idx="643">
                  <c:v>36832.800000000003</c:v>
                </c:pt>
                <c:pt idx="644">
                  <c:v>25076.01</c:v>
                </c:pt>
                <c:pt idx="645">
                  <c:v>26919.38</c:v>
                </c:pt>
                <c:pt idx="646">
                  <c:v>5978.07</c:v>
                </c:pt>
                <c:pt idx="647">
                  <c:v>754.28</c:v>
                </c:pt>
                <c:pt idx="648">
                  <c:v>31131.95</c:v>
                </c:pt>
                <c:pt idx="649">
                  <c:v>22416.6</c:v>
                </c:pt>
                <c:pt idx="650">
                  <c:v>2894.67</c:v>
                </c:pt>
                <c:pt idx="651">
                  <c:v>33192.76</c:v>
                </c:pt>
                <c:pt idx="652">
                  <c:v>33665.07</c:v>
                </c:pt>
                <c:pt idx="653">
                  <c:v>17332.25</c:v>
                </c:pt>
                <c:pt idx="654">
                  <c:v>11639</c:v>
                </c:pt>
                <c:pt idx="655">
                  <c:v>41405.019999999997</c:v>
                </c:pt>
                <c:pt idx="656">
                  <c:v>33639.440000000002</c:v>
                </c:pt>
                <c:pt idx="657">
                  <c:v>51635.96</c:v>
                </c:pt>
                <c:pt idx="658">
                  <c:v>39831.22</c:v>
                </c:pt>
                <c:pt idx="659">
                  <c:v>4860.87</c:v>
                </c:pt>
                <c:pt idx="660">
                  <c:v>45168.41</c:v>
                </c:pt>
                <c:pt idx="661">
                  <c:v>14522.4</c:v>
                </c:pt>
                <c:pt idx="662">
                  <c:v>11166.51</c:v>
                </c:pt>
                <c:pt idx="663">
                  <c:v>27180.54</c:v>
                </c:pt>
                <c:pt idx="664">
                  <c:v>52371.91</c:v>
                </c:pt>
                <c:pt idx="665">
                  <c:v>9537.39</c:v>
                </c:pt>
                <c:pt idx="666">
                  <c:v>35171.82</c:v>
                </c:pt>
                <c:pt idx="667">
                  <c:v>42669.03</c:v>
                </c:pt>
                <c:pt idx="668">
                  <c:v>10418.15</c:v>
                </c:pt>
                <c:pt idx="669">
                  <c:v>34662.639999999999</c:v>
                </c:pt>
                <c:pt idx="670">
                  <c:v>32417.73</c:v>
                </c:pt>
                <c:pt idx="671">
                  <c:v>5777.88</c:v>
                </c:pt>
                <c:pt idx="672">
                  <c:v>37661.370000000003</c:v>
                </c:pt>
                <c:pt idx="673">
                  <c:v>25129.54</c:v>
                </c:pt>
                <c:pt idx="674">
                  <c:v>37447.15</c:v>
                </c:pt>
                <c:pt idx="675">
                  <c:v>16515.53</c:v>
                </c:pt>
                <c:pt idx="676">
                  <c:v>24201.69</c:v>
                </c:pt>
                <c:pt idx="677">
                  <c:v>21047.06</c:v>
                </c:pt>
                <c:pt idx="678">
                  <c:v>40861.68</c:v>
                </c:pt>
                <c:pt idx="679">
                  <c:v>29690.37</c:v>
                </c:pt>
                <c:pt idx="680">
                  <c:v>1000.77</c:v>
                </c:pt>
                <c:pt idx="681">
                  <c:v>41214.769999999997</c:v>
                </c:pt>
                <c:pt idx="682">
                  <c:v>27478.89</c:v>
                </c:pt>
                <c:pt idx="683">
                  <c:v>50812.1</c:v>
                </c:pt>
                <c:pt idx="684">
                  <c:v>54472.13</c:v>
                </c:pt>
                <c:pt idx="685">
                  <c:v>18126.310000000001</c:v>
                </c:pt>
                <c:pt idx="686">
                  <c:v>11932.27</c:v>
                </c:pt>
                <c:pt idx="687">
                  <c:v>53591.65</c:v>
                </c:pt>
                <c:pt idx="688">
                  <c:v>6974.74</c:v>
                </c:pt>
                <c:pt idx="689">
                  <c:v>20519.11</c:v>
                </c:pt>
                <c:pt idx="690">
                  <c:v>10576.5</c:v>
                </c:pt>
                <c:pt idx="691">
                  <c:v>41566.199999999997</c:v>
                </c:pt>
                <c:pt idx="692">
                  <c:v>23556.3</c:v>
                </c:pt>
                <c:pt idx="693">
                  <c:v>31950.400000000001</c:v>
                </c:pt>
                <c:pt idx="694">
                  <c:v>52679.55</c:v>
                </c:pt>
                <c:pt idx="695">
                  <c:v>35912.410000000003</c:v>
                </c:pt>
                <c:pt idx="696">
                  <c:v>54747.08</c:v>
                </c:pt>
                <c:pt idx="697">
                  <c:v>13988.62</c:v>
                </c:pt>
                <c:pt idx="698">
                  <c:v>29192.92</c:v>
                </c:pt>
                <c:pt idx="699">
                  <c:v>17830.8</c:v>
                </c:pt>
                <c:pt idx="700">
                  <c:v>36337.18</c:v>
                </c:pt>
                <c:pt idx="701">
                  <c:v>24423.32</c:v>
                </c:pt>
                <c:pt idx="702">
                  <c:v>52136.28</c:v>
                </c:pt>
                <c:pt idx="703">
                  <c:v>30701.71</c:v>
                </c:pt>
                <c:pt idx="704">
                  <c:v>22598.19</c:v>
                </c:pt>
                <c:pt idx="705">
                  <c:v>2808.4</c:v>
                </c:pt>
                <c:pt idx="706">
                  <c:v>27505.18</c:v>
                </c:pt>
                <c:pt idx="707">
                  <c:v>983.07</c:v>
                </c:pt>
                <c:pt idx="708">
                  <c:v>42434.89</c:v>
                </c:pt>
                <c:pt idx="709">
                  <c:v>54420.62</c:v>
                </c:pt>
                <c:pt idx="710">
                  <c:v>23449.7</c:v>
                </c:pt>
                <c:pt idx="711">
                  <c:v>6480.44</c:v>
                </c:pt>
                <c:pt idx="712">
                  <c:v>23916.75</c:v>
                </c:pt>
                <c:pt idx="713">
                  <c:v>40244.050000000003</c:v>
                </c:pt>
                <c:pt idx="714">
                  <c:v>38712.400000000001</c:v>
                </c:pt>
                <c:pt idx="715">
                  <c:v>23733.51</c:v>
                </c:pt>
                <c:pt idx="716">
                  <c:v>18821.689999999999</c:v>
                </c:pt>
                <c:pt idx="717">
                  <c:v>13959.79</c:v>
                </c:pt>
                <c:pt idx="718">
                  <c:v>23984.46</c:v>
                </c:pt>
                <c:pt idx="719">
                  <c:v>18551.04</c:v>
                </c:pt>
                <c:pt idx="720">
                  <c:v>7059.31</c:v>
                </c:pt>
                <c:pt idx="721">
                  <c:v>49272.76</c:v>
                </c:pt>
                <c:pt idx="722">
                  <c:v>33153.870000000003</c:v>
                </c:pt>
                <c:pt idx="723">
                  <c:v>11777.39</c:v>
                </c:pt>
                <c:pt idx="724">
                  <c:v>46959.89</c:v>
                </c:pt>
                <c:pt idx="725">
                  <c:v>51841.51</c:v>
                </c:pt>
                <c:pt idx="726">
                  <c:v>53485.919999999998</c:v>
                </c:pt>
                <c:pt idx="727">
                  <c:v>12450.74</c:v>
                </c:pt>
                <c:pt idx="728">
                  <c:v>47916.41</c:v>
                </c:pt>
                <c:pt idx="729">
                  <c:v>24810.05</c:v>
                </c:pt>
                <c:pt idx="730">
                  <c:v>31546.36</c:v>
                </c:pt>
                <c:pt idx="731">
                  <c:v>4285.25</c:v>
                </c:pt>
                <c:pt idx="732">
                  <c:v>1235.58</c:v>
                </c:pt>
                <c:pt idx="733">
                  <c:v>18580.72</c:v>
                </c:pt>
                <c:pt idx="734">
                  <c:v>6089.85</c:v>
                </c:pt>
                <c:pt idx="735">
                  <c:v>18688</c:v>
                </c:pt>
                <c:pt idx="736">
                  <c:v>8686.99</c:v>
                </c:pt>
                <c:pt idx="737">
                  <c:v>43492.66</c:v>
                </c:pt>
                <c:pt idx="738">
                  <c:v>23598.85</c:v>
                </c:pt>
                <c:pt idx="739">
                  <c:v>29519.86</c:v>
                </c:pt>
                <c:pt idx="740">
                  <c:v>13318.02</c:v>
                </c:pt>
                <c:pt idx="741">
                  <c:v>46756.959999999999</c:v>
                </c:pt>
                <c:pt idx="742">
                  <c:v>6889.35</c:v>
                </c:pt>
                <c:pt idx="743">
                  <c:v>26487.05</c:v>
                </c:pt>
                <c:pt idx="744">
                  <c:v>8659.59</c:v>
                </c:pt>
                <c:pt idx="745">
                  <c:v>16128.91</c:v>
                </c:pt>
                <c:pt idx="746">
                  <c:v>39271.67</c:v>
                </c:pt>
                <c:pt idx="747">
                  <c:v>22321.93</c:v>
                </c:pt>
                <c:pt idx="748">
                  <c:v>36072.15</c:v>
                </c:pt>
                <c:pt idx="749">
                  <c:v>3118.67</c:v>
                </c:pt>
                <c:pt idx="750">
                  <c:v>53574.87</c:v>
                </c:pt>
                <c:pt idx="751">
                  <c:v>42401</c:v>
                </c:pt>
                <c:pt idx="752">
                  <c:v>13531.53</c:v>
                </c:pt>
                <c:pt idx="753">
                  <c:v>5629.21</c:v>
                </c:pt>
                <c:pt idx="754">
                  <c:v>39230.699999999997</c:v>
                </c:pt>
                <c:pt idx="755">
                  <c:v>47315.68</c:v>
                </c:pt>
                <c:pt idx="756">
                  <c:v>31572.29</c:v>
                </c:pt>
                <c:pt idx="757">
                  <c:v>5177.33</c:v>
                </c:pt>
                <c:pt idx="758">
                  <c:v>12088.62</c:v>
                </c:pt>
                <c:pt idx="759">
                  <c:v>17950.169999999998</c:v>
                </c:pt>
                <c:pt idx="760">
                  <c:v>15206.72</c:v>
                </c:pt>
                <c:pt idx="761">
                  <c:v>47985.26</c:v>
                </c:pt>
                <c:pt idx="762">
                  <c:v>51835.82</c:v>
                </c:pt>
                <c:pt idx="763">
                  <c:v>43664.92</c:v>
                </c:pt>
                <c:pt idx="764">
                  <c:v>20678.97</c:v>
                </c:pt>
                <c:pt idx="765">
                  <c:v>19669.23</c:v>
                </c:pt>
                <c:pt idx="766">
                  <c:v>30080.58</c:v>
                </c:pt>
                <c:pt idx="767">
                  <c:v>34086.19</c:v>
                </c:pt>
                <c:pt idx="768">
                  <c:v>914.48</c:v>
                </c:pt>
                <c:pt idx="769">
                  <c:v>49560.21</c:v>
                </c:pt>
                <c:pt idx="770">
                  <c:v>7523.44</c:v>
                </c:pt>
                <c:pt idx="771">
                  <c:v>8841.15</c:v>
                </c:pt>
                <c:pt idx="772">
                  <c:v>16682.28</c:v>
                </c:pt>
                <c:pt idx="773">
                  <c:v>47748.18</c:v>
                </c:pt>
                <c:pt idx="774">
                  <c:v>46531.99</c:v>
                </c:pt>
                <c:pt idx="775">
                  <c:v>6887.79</c:v>
                </c:pt>
                <c:pt idx="776">
                  <c:v>29709.5</c:v>
                </c:pt>
                <c:pt idx="777">
                  <c:v>15083.68</c:v>
                </c:pt>
                <c:pt idx="778">
                  <c:v>50767.97</c:v>
                </c:pt>
                <c:pt idx="779">
                  <c:v>52480.03</c:v>
                </c:pt>
                <c:pt idx="780">
                  <c:v>23897.56</c:v>
                </c:pt>
                <c:pt idx="781">
                  <c:v>16494.310000000001</c:v>
                </c:pt>
                <c:pt idx="782">
                  <c:v>13869.84</c:v>
                </c:pt>
                <c:pt idx="783">
                  <c:v>12150.6</c:v>
                </c:pt>
                <c:pt idx="784">
                  <c:v>3050.16</c:v>
                </c:pt>
                <c:pt idx="785">
                  <c:v>1659.14</c:v>
                </c:pt>
                <c:pt idx="786">
                  <c:v>35640.269999999997</c:v>
                </c:pt>
                <c:pt idx="787">
                  <c:v>42716.43</c:v>
                </c:pt>
                <c:pt idx="788">
                  <c:v>6099.53</c:v>
                </c:pt>
                <c:pt idx="789">
                  <c:v>5296.91</c:v>
                </c:pt>
                <c:pt idx="790">
                  <c:v>48885.01</c:v>
                </c:pt>
                <c:pt idx="791">
                  <c:v>12807.76</c:v>
                </c:pt>
                <c:pt idx="792">
                  <c:v>4595.37</c:v>
                </c:pt>
                <c:pt idx="793">
                  <c:v>11872.05</c:v>
                </c:pt>
                <c:pt idx="794">
                  <c:v>53641.03</c:v>
                </c:pt>
                <c:pt idx="795">
                  <c:v>8527.2900000000009</c:v>
                </c:pt>
                <c:pt idx="796">
                  <c:v>19681.650000000001</c:v>
                </c:pt>
                <c:pt idx="797">
                  <c:v>29361.17</c:v>
                </c:pt>
                <c:pt idx="798">
                  <c:v>27486.86</c:v>
                </c:pt>
                <c:pt idx="799">
                  <c:v>26483.33</c:v>
                </c:pt>
                <c:pt idx="800">
                  <c:v>23821.78</c:v>
                </c:pt>
                <c:pt idx="801">
                  <c:v>48090.41</c:v>
                </c:pt>
                <c:pt idx="802">
                  <c:v>42751.48</c:v>
                </c:pt>
                <c:pt idx="803">
                  <c:v>25501.919999999998</c:v>
                </c:pt>
                <c:pt idx="804">
                  <c:v>21810.93</c:v>
                </c:pt>
                <c:pt idx="805">
                  <c:v>24123.55</c:v>
                </c:pt>
                <c:pt idx="806">
                  <c:v>53183.6</c:v>
                </c:pt>
                <c:pt idx="807">
                  <c:v>15924.44</c:v>
                </c:pt>
                <c:pt idx="808">
                  <c:v>14203.12</c:v>
                </c:pt>
                <c:pt idx="809">
                  <c:v>12427.75</c:v>
                </c:pt>
                <c:pt idx="810">
                  <c:v>9944.9599999999991</c:v>
                </c:pt>
                <c:pt idx="811">
                  <c:v>16704.71</c:v>
                </c:pt>
                <c:pt idx="812">
                  <c:v>51450.95</c:v>
                </c:pt>
                <c:pt idx="813">
                  <c:v>48340.39</c:v>
                </c:pt>
                <c:pt idx="814">
                  <c:v>3480.76</c:v>
                </c:pt>
                <c:pt idx="815">
                  <c:v>40855.78</c:v>
                </c:pt>
                <c:pt idx="816">
                  <c:v>34739.050000000003</c:v>
                </c:pt>
                <c:pt idx="817">
                  <c:v>13972.73</c:v>
                </c:pt>
                <c:pt idx="818">
                  <c:v>9807.26</c:v>
                </c:pt>
                <c:pt idx="819">
                  <c:v>21819.81</c:v>
                </c:pt>
                <c:pt idx="820">
                  <c:v>1100.57</c:v>
                </c:pt>
                <c:pt idx="821">
                  <c:v>18991.36</c:v>
                </c:pt>
                <c:pt idx="822">
                  <c:v>36413.96</c:v>
                </c:pt>
                <c:pt idx="823">
                  <c:v>2948.64</c:v>
                </c:pt>
                <c:pt idx="824">
                  <c:v>6246.03</c:v>
                </c:pt>
                <c:pt idx="825">
                  <c:v>24563.3</c:v>
                </c:pt>
                <c:pt idx="826">
                  <c:v>11166.63</c:v>
                </c:pt>
                <c:pt idx="827">
                  <c:v>32224.880000000001</c:v>
                </c:pt>
                <c:pt idx="828">
                  <c:v>19068.77</c:v>
                </c:pt>
                <c:pt idx="829">
                  <c:v>37653.22</c:v>
                </c:pt>
                <c:pt idx="830">
                  <c:v>9364.65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0AF3-4CDF-8BD9-AE22277DD9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3B4A52"/>
                    </a:solidFill>
                    <a:latin typeface="Calibri"/>
                  </a:defRPr>
                </a:pPr>
                <a:r>
                  <a:rPr lang="en-US" sz="1100" b="0" i="0" u="none" strike="noStrike">
                    <a:solidFill>
                      <a:srgbClr val="3B4A52"/>
                    </a:solidFill>
                    <a:latin typeface="Calibri"/>
                  </a:rPr>
                  <a:t>Length of Stay (days)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A5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D8DE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3B4A52"/>
                    </a:solidFill>
                    <a:latin typeface="Calibri"/>
                  </a:defRPr>
                </a:pPr>
                <a:r>
                  <a:rPr lang="en-US" sz="1100" b="0" i="0" u="none" strike="noStrike">
                    <a:solidFill>
                      <a:srgbClr val="3B4A52"/>
                    </a:solidFill>
                    <a:latin typeface="Calibri"/>
                  </a:rPr>
                  <a:t>Billing Amount ($)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A5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33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F2A33"/>
                </a:solidFill>
                <a:latin typeface="Calibri"/>
              </a:rPr>
              <a:t>Average Length of Stay - Top 5 Hospitals by Volume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Length of Stay (days)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A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Ross Llc</c:v>
                </c:pt>
                <c:pt idx="1">
                  <c:v>Turner, Riggs
&amp; Roman</c:v>
                </c:pt>
                <c:pt idx="2">
                  <c:v>Davis Group</c:v>
                </c:pt>
                <c:pt idx="3">
                  <c:v>Anderson-
Bailey</c:v>
                </c:pt>
                <c:pt idx="4">
                  <c:v>Rivera, Johnson
&amp; Wiley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19.5</c:v>
                </c:pt>
                <c:pt idx="1">
                  <c:v>11.1</c:v>
                </c:pt>
                <c:pt idx="2">
                  <c:v>11.7</c:v>
                </c:pt>
                <c:pt idx="3">
                  <c:v>10.4</c:v>
                </c:pt>
                <c:pt idx="4">
                  <c:v>13.9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2B-4C93-BFDC-CBA6E8C583F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A5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8DE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3B4A52"/>
                    </a:solidFill>
                    <a:latin typeface="Calibri"/>
                  </a:defRPr>
                </a:pPr>
                <a:r>
                  <a:rPr lang="en-US" sz="1100" b="0" i="0" u="none" strike="noStrike">
                    <a:solidFill>
                      <a:srgbClr val="3B4A52"/>
                    </a:solidFill>
                    <a:latin typeface="Calibri"/>
                  </a:rPr>
                  <a:t>Average Length of Stay (days)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A5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5702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0"/>
            <a:ext cx="3840480" cy="6858000"/>
          </a:xfrm>
          <a:prstGeom prst="rect">
            <a:avLst/>
          </a:prstGeom>
          <a:solidFill>
            <a:srgbClr val="D9ECE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01168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AuratTech Data Analyst Track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2316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Admission &amp; Billing Cost Analysis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9476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Examining patient admission patterns and billing costs to identify drivers of high-cost care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8521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Maryam Asif   |   Dua Fatima   |   Eshaal Atif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74980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0"/>
              </a:spcAft>
              <a:buSzPct val="100000"/>
              <a:buChar char="•"/>
            </a:pPr>
            <a:r>
              <a:rPr lang="en-US" sz="190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billing costs and length of stay vary widely across conditions, hospitals, and patient groups, making cost drivers hard to pinpoint.</a:t>
            </a:r>
            <a:endParaRPr lang="en-US" sz="1900" dirty="0"/>
          </a:p>
          <a:p>
            <a:pPr marL="228600" indent="-228600">
              <a:spcAft>
                <a:spcPts val="2000"/>
              </a:spcAft>
              <a:buSzPct val="100000"/>
              <a:buChar char="•"/>
            </a:pPr>
            <a:r>
              <a:rPr lang="en-US" sz="190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clear visibility into these patterns, hospitals and insurers struggle to anticipate high-cost admissions.</a:t>
            </a:r>
            <a:endParaRPr lang="en-US" sz="1900" dirty="0"/>
          </a:p>
          <a:p>
            <a:pPr marL="228600" indent="-228600">
              <a:spcAft>
                <a:spcPts val="2000"/>
              </a:spcAft>
              <a:buSzPct val="100000"/>
              <a:buChar char="•"/>
            </a:pPr>
            <a:r>
              <a:rPr lang="en-US" sz="190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planning and cost-control efforts are difficult to prioritize without knowing which segments drive higher utilization.</a:t>
            </a:r>
            <a:endParaRPr lang="en-US" sz="1900" dirty="0"/>
          </a:p>
          <a:p>
            <a:pPr marL="228600" indent="-228600">
              <a:spcAft>
                <a:spcPts val="2000"/>
              </a:spcAft>
              <a:buSzPct val="100000"/>
              <a:buChar char="•"/>
            </a:pPr>
            <a:r>
              <a:rPr lang="en-US" sz="190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identifies patient, hospital, and admission-related patterns associated with higher billing costs and length of stay.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321040" y="1737360"/>
            <a:ext cx="3291840" cy="2926080"/>
          </a:xfrm>
          <a:prstGeom prst="roundRect">
            <a:avLst>
              <a:gd name="adj" fmla="val 2500"/>
            </a:avLst>
          </a:prstGeom>
          <a:solidFill>
            <a:srgbClr val="F4F7F7"/>
          </a:solidFill>
          <a:ln w="12700">
            <a:solidFill>
              <a:srgbClr val="D8DE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9536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cares?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595360" y="242316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administrators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billing teams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providers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Admission &amp; Billing Cost Analysis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&amp; Key Questions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D9ECE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10543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medical, hospital, and patient-related factors associated with higher billing amounts and longer hospital stays.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00400"/>
            <a:ext cx="110916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medical conditions have the highest average and total billing amounts?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billing amounts and length of stay vary across admission types?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hospitals show higher average billing and longer stays?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billing patterns vary across insurance providers and patient age groups?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longer length of stay associated with higher billing amounts?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Admission &amp; Billing Cost Analysis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11091672" cy="502920"/>
          </a:xfrm>
          <a:prstGeom prst="rect">
            <a:avLst/>
          </a:prstGeom>
          <a:solidFill>
            <a:srgbClr val="F4F7F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474720" y="1645920"/>
            <a:ext cx="7982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patient admissions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09167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488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148840"/>
            <a:ext cx="7982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2024 - December 2026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11091672" cy="502920"/>
          </a:xfrm>
          <a:prstGeom prst="rect">
            <a:avLst/>
          </a:prstGeom>
          <a:solidFill>
            <a:srgbClr val="F4F7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651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651760"/>
            <a:ext cx="7982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table: healthcare_staging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11091672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3154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of analysis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3154680"/>
            <a:ext cx="7982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patient admission record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11091672" cy="1188720"/>
          </a:xfrm>
          <a:prstGeom prst="rect">
            <a:avLst/>
          </a:prstGeom>
          <a:solidFill>
            <a:srgbClr val="F4F7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6576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fields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3657600"/>
            <a:ext cx="79827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ID, Age, Gender, Blood Type, Medical Condition, Admission Type,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Hospital, Insurance Provider, Billing Amount, Room Number, Doctor,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Medication, Test Results, Admission/Discharge Date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Admission &amp; Billing Cost Analysis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110916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blank rows and exact duplicate records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Trimmed whitespace and standardized category values (gender, blood type, insurance provider, medical condition, admission type)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billing amounts (removed currency symbols, corrected negative values, flagged extreme outliers)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age values and removed invalid entries (below 0 or above 120)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and standardized admission/discharge dates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duplicate patient IDs and enforced a primary key</a:t>
            </a:r>
            <a:endParaRPr lang="en-US" sz="18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remaining missing values with "Unknown" for consistency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Admission &amp; Billing Cost Analysis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Approach / SQL Skills Used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362956" cy="658368"/>
          </a:xfrm>
          <a:prstGeom prst="roundRect">
            <a:avLst>
              <a:gd name="adj" fmla="val 8333"/>
            </a:avLst>
          </a:prstGeom>
          <a:solidFill>
            <a:srgbClr val="F4F7F7"/>
          </a:solidFill>
          <a:ln w="9525">
            <a:solidFill>
              <a:srgbClr val="D8DE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1892808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1645920"/>
            <a:ext cx="47685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with TRIM, REPLACE, and UPPER/LOWER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277356" y="1645920"/>
            <a:ext cx="5362956" cy="658368"/>
          </a:xfrm>
          <a:prstGeom prst="roundRect">
            <a:avLst>
              <a:gd name="adj" fmla="val 8333"/>
            </a:avLst>
          </a:prstGeom>
          <a:solidFill>
            <a:srgbClr val="F4F7F7"/>
          </a:solidFill>
          <a:ln w="9525">
            <a:solidFill>
              <a:srgbClr val="D8DE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41948" y="1892808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734556" y="1645920"/>
            <a:ext cx="47685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using ROW_NUMBER() window function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450592"/>
            <a:ext cx="5362956" cy="658368"/>
          </a:xfrm>
          <a:prstGeom prst="roundRect">
            <a:avLst>
              <a:gd name="adj" fmla="val 8333"/>
            </a:avLst>
          </a:prstGeom>
          <a:solidFill>
            <a:srgbClr val="F4F7F7"/>
          </a:solidFill>
          <a:ln w="9525">
            <a:solidFill>
              <a:srgbClr val="D8DE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697480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05840" y="2450592"/>
            <a:ext cx="47685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logic with CASE WHEN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277356" y="2450592"/>
            <a:ext cx="5362956" cy="658368"/>
          </a:xfrm>
          <a:prstGeom prst="roundRect">
            <a:avLst>
              <a:gd name="adj" fmla="val 8333"/>
            </a:avLst>
          </a:prstGeom>
          <a:solidFill>
            <a:srgbClr val="F4F7F7"/>
          </a:solidFill>
          <a:ln w="9525">
            <a:solidFill>
              <a:srgbClr val="D8DE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41948" y="2697480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34556" y="2450592"/>
            <a:ext cx="47685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casting &amp; validation using TRY_CAST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3255264"/>
            <a:ext cx="5362956" cy="658368"/>
          </a:xfrm>
          <a:prstGeom prst="roundRect">
            <a:avLst>
              <a:gd name="adj" fmla="val 8333"/>
            </a:avLst>
          </a:prstGeom>
          <a:solidFill>
            <a:srgbClr val="F4F7F7"/>
          </a:solidFill>
          <a:ln w="9525">
            <a:solidFill>
              <a:srgbClr val="D8DE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3502152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05840" y="3255264"/>
            <a:ext cx="47685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using COUNT, SUM, AVG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277356" y="3255264"/>
            <a:ext cx="5362956" cy="658368"/>
          </a:xfrm>
          <a:prstGeom prst="roundRect">
            <a:avLst>
              <a:gd name="adj" fmla="val 8333"/>
            </a:avLst>
          </a:prstGeom>
          <a:solidFill>
            <a:srgbClr val="F4F7F7"/>
          </a:solidFill>
          <a:ln w="9525">
            <a:solidFill>
              <a:srgbClr val="D8DE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41948" y="3502152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34556" y="3255264"/>
            <a:ext cx="47685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Grouping &amp; sorting with GROUP BY / ORDER BY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48640" y="4059936"/>
            <a:ext cx="5362956" cy="658368"/>
          </a:xfrm>
          <a:prstGeom prst="roundRect">
            <a:avLst>
              <a:gd name="adj" fmla="val 8333"/>
            </a:avLst>
          </a:prstGeom>
          <a:solidFill>
            <a:srgbClr val="F4F7F7"/>
          </a:solidFill>
          <a:ln w="9525">
            <a:solidFill>
              <a:srgbClr val="D8DE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4306824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05840" y="4059936"/>
            <a:ext cx="47685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with TOP N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277356" y="4059936"/>
            <a:ext cx="5362956" cy="658368"/>
          </a:xfrm>
          <a:prstGeom prst="roundRect">
            <a:avLst>
              <a:gd name="adj" fmla="val 8333"/>
            </a:avLst>
          </a:prstGeom>
          <a:solidFill>
            <a:srgbClr val="F4F7F7"/>
          </a:solidFill>
          <a:ln w="9525">
            <a:solidFill>
              <a:srgbClr val="D8DE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41948" y="4306824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734556" y="4059936"/>
            <a:ext cx="47685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with WHERE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548640" y="4864608"/>
            <a:ext cx="5362956" cy="658368"/>
          </a:xfrm>
          <a:prstGeom prst="roundRect">
            <a:avLst>
              <a:gd name="adj" fmla="val 8333"/>
            </a:avLst>
          </a:prstGeom>
          <a:solidFill>
            <a:srgbClr val="F4F7F7"/>
          </a:solidFill>
          <a:ln w="9525">
            <a:solidFill>
              <a:srgbClr val="D8DE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" y="5111496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05840" y="4864608"/>
            <a:ext cx="47685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parsing across multiple formats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6277356" y="4864608"/>
            <a:ext cx="5362956" cy="658368"/>
          </a:xfrm>
          <a:prstGeom prst="roundRect">
            <a:avLst>
              <a:gd name="adj" fmla="val 8333"/>
            </a:avLst>
          </a:prstGeom>
          <a:solidFill>
            <a:srgbClr val="F4F7F7"/>
          </a:solidFill>
          <a:ln w="9525">
            <a:solidFill>
              <a:srgbClr val="D8DE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41948" y="5111496"/>
            <a:ext cx="164592" cy="164592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734556" y="4864608"/>
            <a:ext cx="47685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&amp; constraint enforcement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Admission &amp; Billing Cost Analysis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admissions show the highest billing and longest stays</a:t>
            </a:r>
            <a:endParaRPr lang="en-US" sz="25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371600"/>
          <a:ext cx="66751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7040880" y="1371600"/>
            <a:ext cx="4572000" cy="1188720"/>
          </a:xfrm>
          <a:prstGeom prst="roundRect">
            <a:avLst>
              <a:gd name="adj" fmla="val 6154"/>
            </a:avLst>
          </a:prstGeom>
          <a:solidFill>
            <a:srgbClr val="D9ECE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269480" y="144475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$29,626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7269480" y="2103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billing for Urgent admissions vs. $25,988 for Elective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040880" y="2743200"/>
            <a:ext cx="4572000" cy="1188720"/>
          </a:xfrm>
          <a:prstGeom prst="roundRect">
            <a:avLst>
              <a:gd name="adj" fmla="val 6154"/>
            </a:avLst>
          </a:prstGeom>
          <a:solidFill>
            <a:srgbClr val="F4F7F7"/>
          </a:solidFill>
          <a:ln w="12700">
            <a:solidFill>
              <a:srgbClr val="D8DEE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269480" y="281635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15.1 days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269480" y="3429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length of stay for Urgent admissions - the longest of all types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040880" y="416052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</a:t>
            </a:r>
            <a:r>
              <a:rPr lang="en-US" sz="145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cases appear to combine both higher cost and longer hospitalization, making them a priority segment for cost management.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Admission &amp; Billing Cost Analysis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of stay shows no meaningful link to billing amount</a:t>
            </a:r>
            <a:endParaRPr lang="en-US" sz="25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371600"/>
          <a:ext cx="66751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7040880" y="1371600"/>
            <a:ext cx="4572000" cy="1188720"/>
          </a:xfrm>
          <a:prstGeom prst="roundRect">
            <a:avLst>
              <a:gd name="adj" fmla="val 6154"/>
            </a:avLst>
          </a:prstGeom>
          <a:solidFill>
            <a:srgbClr val="D9ECE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269480" y="144475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-0.01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7269480" y="2103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length of stay and billing amount (831 admissions)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7040880" y="283464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</a:t>
            </a:r>
            <a:r>
              <a:rPr lang="en-US" sz="145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amount does not appear to be driven by how long a patient stays. Cost is likely influenced more by condition type, procedures, or admission type than duration alone.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Admission &amp; Billing Cost Analysis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 Llc Hospital admissions last far longer than peer hospitals</a:t>
            </a:r>
            <a:endParaRPr lang="en-US" sz="25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371600"/>
          <a:ext cx="66751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7040880" y="1371600"/>
            <a:ext cx="4572000" cy="1188720"/>
          </a:xfrm>
          <a:prstGeom prst="roundRect">
            <a:avLst>
              <a:gd name="adj" fmla="val 6154"/>
            </a:avLst>
          </a:prstGeom>
          <a:solidFill>
            <a:srgbClr val="D9ECEC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269480" y="144475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19.5 days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7269480" y="21031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length of stay at Ross Llc Hospital vs. 10.4-13.9 days at peer hospitals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040880" y="2743200"/>
            <a:ext cx="4572000" cy="1188720"/>
          </a:xfrm>
          <a:prstGeom prst="roundRect">
            <a:avLst>
              <a:gd name="adj" fmla="val 6154"/>
            </a:avLst>
          </a:prstGeom>
          <a:solidFill>
            <a:srgbClr val="F4F7F7"/>
          </a:solidFill>
          <a:ln w="12700">
            <a:solidFill>
              <a:srgbClr val="D8DEE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269480" y="281635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$30,658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269480" y="3429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Davis Group Hospital has the highest average billing among the top 5 hospitals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040880" y="416052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</a:t>
            </a:r>
            <a:r>
              <a:rPr lang="en-US" sz="145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Hospital-level differences in both length of stay and billing suggest variation in care patterns that may warrant further investigation.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Admission &amp; Billing Cost Analysis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Interpretation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457200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Potential Action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B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admissions show the highest average billing ($29,626) and longest average stay (15.1 days)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B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 cases may require more intensive or extended care, driving up cost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B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 prioritize case management and resource planning for urgent admissions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B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 of stay shows no meaningful association with billing amount (r = -0.01)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B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appears to be driven more by condition type or admission type than by how long a patient stays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B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warrant further investigation into which specific factors drive cost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B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Ross Llc Hospital shows a notably longer average stay (19.5 days) than peer hospitals, while Davis Group Hospital has the highest average billing ($30,658) among top hospitals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B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Hospital-level differences in length of stay and cost may reflect variation in care patterns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B4A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 investigate operational or clinical practices at hospitals showing longer stays or higher billing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Admission &amp; Billing Cost Analysis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1051560"/>
          </a:xfrm>
          <a:prstGeom prst="roundRect">
            <a:avLst>
              <a:gd name="adj" fmla="val 5217"/>
            </a:avLst>
          </a:prstGeom>
          <a:solidFill>
            <a:srgbClr val="F4F7F7"/>
          </a:solidFill>
          <a:ln w="9525">
            <a:solidFill>
              <a:srgbClr val="D8DE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41932"/>
            <a:ext cx="402336" cy="40233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419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508760"/>
            <a:ext cx="9994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administrators: </a:t>
            </a:r>
            <a:r>
              <a:rPr lang="en-US" sz="150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pilot enhanced case management protocols for urgent admissions </a:t>
            </a:r>
            <a:r>
              <a:rPr lang="en-US" sz="14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they show the highest cost and longest stays.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1109167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8DE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930652"/>
            <a:ext cx="402336" cy="40233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9306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697480"/>
            <a:ext cx="9994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cost-analysis teams: </a:t>
            </a:r>
            <a:r>
              <a:rPr lang="en-US" sz="150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investigate condition-specific and procedure-level cost drivers </a:t>
            </a:r>
            <a:r>
              <a:rPr lang="en-US" sz="14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length of stay alone doesn't explain billing variation.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11091672" cy="1051560"/>
          </a:xfrm>
          <a:prstGeom prst="roundRect">
            <a:avLst>
              <a:gd name="adj" fmla="val 5217"/>
            </a:avLst>
          </a:prstGeom>
          <a:solidFill>
            <a:srgbClr val="F4F7F7"/>
          </a:solidFill>
          <a:ln w="9525">
            <a:solidFill>
              <a:srgbClr val="D8DE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4119372"/>
            <a:ext cx="402336" cy="40233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1193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886200"/>
            <a:ext cx="9994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at Ross Llc Hospital: </a:t>
            </a:r>
            <a:r>
              <a:rPr lang="en-US" sz="150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review internal length-of-stay practices, and leadership at Davis Group Hospital could review billing practices </a:t>
            </a:r>
            <a:r>
              <a:rPr lang="en-US" sz="14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the notable gaps versus peer hospitals.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983480"/>
            <a:ext cx="11091672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D8DE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5308092"/>
            <a:ext cx="402336" cy="402336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53080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5074920"/>
            <a:ext cx="9994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&amp; finance teams: </a:t>
            </a:r>
            <a:r>
              <a:rPr lang="en-US" sz="150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examine cost variation across insurance providers (Blue Cross, Cigna) </a:t>
            </a:r>
            <a:r>
              <a:rPr lang="en-US" sz="1400" i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understand whether provider-specific factors play a role.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Admission &amp; Billing Cost Analysis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Next Steps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317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5317236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represents historical admission records only (Jan 2024 - Dec 2026)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portion of records had "Unknown" values after cleaning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identifies associations, not causation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operational and clinical variables were not available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number of extreme billing outliers may affect averages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are based on a single synthetic dataset and may not generalize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094476" y="1371600"/>
            <a:ext cx="18288" cy="4846320"/>
          </a:xfrm>
          <a:prstGeom prst="rect">
            <a:avLst/>
          </a:prstGeom>
          <a:solidFill>
            <a:srgbClr val="D8DEE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323076" y="1417320"/>
            <a:ext cx="53172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323076" y="1874520"/>
            <a:ext cx="5317236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more recent and complete admission data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condition-specific and procedure-level cost drivers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predictive model to estimate expected billing cost per admission</a:t>
            </a:r>
            <a:endParaRPr lang="en-US" sz="14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hospital-level cost differences through further data review or A/B testing of care protocols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Admission &amp; Billing Cost Analysis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9144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315577" y="2417795"/>
            <a:ext cx="731520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8DE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2802636" y="30175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802636" y="33375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github.com/eshaal22/Healthcare-Admissions-Cost-Analysis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802636" y="38862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802636" y="42062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Maryam Asif - linkedin.com/in/maryam-asif-b43164424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02636" y="45034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Eshaal Atif - linkedin.com/in/eshaal-atif-48a9b12b6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AuratTech Data Analyst Track  |  Maryam Asif, Dua Fatima, Eshaal Atif</a:t>
            </a:r>
            <a:endParaRPr lang="en-US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664463-262A-B31E-AEDB-C34F8DD7FE1A}"/>
              </a:ext>
            </a:extLst>
          </p:cNvPr>
          <p:cNvSpPr txBox="1"/>
          <p:nvPr/>
        </p:nvSpPr>
        <p:spPr>
          <a:xfrm>
            <a:off x="2727990" y="4783988"/>
            <a:ext cx="4857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Dua Fatima- https://www.linkedin.com/in/dua-fatimah-df17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1175</Words>
  <Application>Microsoft Office PowerPoint</Application>
  <PresentationFormat>Widescreen</PresentationFormat>
  <Paragraphs>156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eshaal atif</cp:lastModifiedBy>
  <cp:revision>2</cp:revision>
  <dcterms:created xsi:type="dcterms:W3CDTF">2026-09-10T18:12:14Z</dcterms:created>
  <dcterms:modified xsi:type="dcterms:W3CDTF">2026-09-10T19:57:42Z</dcterms:modified>
</cp:coreProperties>
</file>